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21599525" cy="32399288"/>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205">
          <p15:clr>
            <a:srgbClr val="A4A3A4"/>
          </p15:clr>
        </p15:guide>
        <p15:guide id="2" pos="6804">
          <p15:clr>
            <a:srgbClr val="A4A3A4"/>
          </p15:clr>
        </p15:guide>
        <p15:guide id="3" pos="6803">
          <p15:clr>
            <a:srgbClr val="A4A3A4"/>
          </p15:clr>
        </p15:guide>
        <p15:guide id="4" pos="3401">
          <p15:clr>
            <a:srgbClr val="A4A3A4"/>
          </p15:clr>
        </p15:guide>
        <p15:guide id="5" pos="10205">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 roundtripDataSignature="AMtx7mgzLk/ObeBbM2JpTlNnsFt34K55t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705E34-9CBC-8950-A51C-8E09455DC8C6}" v="66" dt="2026-04-21T23:10:29.8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58" y="-1618"/>
      </p:cViewPr>
      <p:guideLst>
        <p:guide orient="horz" pos="10205"/>
        <p:guide pos="6804"/>
        <p:guide pos="6803"/>
        <p:guide pos="3401"/>
        <p:guide pos="1020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notesMaster" Target="notesMasters/notesMaster1.xml"/><Relationship Id="rId7" Type="http://customschemas.google.com/relationships/presentationmetadata" Target="metadata"/><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 Romo" userId="47623bae26644c38" providerId="Windows Live" clId="Web-{E8705E34-9CBC-8950-A51C-8E09455DC8C6}"/>
    <pc:docChg chg="modSld">
      <pc:chgData name="Marian Romo" userId="47623bae26644c38" providerId="Windows Live" clId="Web-{E8705E34-9CBC-8950-A51C-8E09455DC8C6}" dt="2026-04-21T23:10:29.803" v="48" actId="1076"/>
      <pc:docMkLst>
        <pc:docMk/>
      </pc:docMkLst>
      <pc:sldChg chg="addSp delSp modSp">
        <pc:chgData name="Marian Romo" userId="47623bae26644c38" providerId="Windows Live" clId="Web-{E8705E34-9CBC-8950-A51C-8E09455DC8C6}" dt="2026-04-21T23:10:29.803" v="48" actId="1076"/>
        <pc:sldMkLst>
          <pc:docMk/>
          <pc:sldMk cId="0" sldId="256"/>
        </pc:sldMkLst>
        <pc:spChg chg="add del">
          <ac:chgData name="Marian Romo" userId="47623bae26644c38" providerId="Windows Live" clId="Web-{E8705E34-9CBC-8950-A51C-8E09455DC8C6}" dt="2026-04-21T23:07:47.754" v="9"/>
          <ac:spMkLst>
            <pc:docMk/>
            <pc:sldMk cId="0" sldId="256"/>
            <ac:spMk id="2" creationId="{5C024661-90C2-32D7-1BB5-0EEEF7E0D5D8}"/>
          </ac:spMkLst>
        </pc:spChg>
        <pc:spChg chg="add mod">
          <ac:chgData name="Marian Romo" userId="47623bae26644c38" providerId="Windows Live" clId="Web-{E8705E34-9CBC-8950-A51C-8E09455DC8C6}" dt="2026-04-21T23:10:11.662" v="46" actId="1076"/>
          <ac:spMkLst>
            <pc:docMk/>
            <pc:sldMk cId="0" sldId="256"/>
            <ac:spMk id="3" creationId="{6A8106AD-6B7F-4DEC-7D9F-D75EB6A30411}"/>
          </ac:spMkLst>
        </pc:spChg>
        <pc:spChg chg="mod">
          <ac:chgData name="Marian Romo" userId="47623bae26644c38" providerId="Windows Live" clId="Web-{E8705E34-9CBC-8950-A51C-8E09455DC8C6}" dt="2026-04-21T23:07:26.473" v="7" actId="20577"/>
          <ac:spMkLst>
            <pc:docMk/>
            <pc:sldMk cId="0" sldId="256"/>
            <ac:spMk id="98" creationId="{00000000-0000-0000-0000-000000000000}"/>
          </ac:spMkLst>
        </pc:spChg>
        <pc:spChg chg="mod">
          <ac:chgData name="Marian Romo" userId="47623bae26644c38" providerId="Windows Live" clId="Web-{E8705E34-9CBC-8950-A51C-8E09455DC8C6}" dt="2026-04-21T23:08:02.816" v="17" actId="20577"/>
          <ac:spMkLst>
            <pc:docMk/>
            <pc:sldMk cId="0" sldId="256"/>
            <ac:spMk id="102" creationId="{00000000-0000-0000-0000-000000000000}"/>
          </ac:spMkLst>
        </pc:spChg>
        <pc:picChg chg="mod">
          <ac:chgData name="Marian Romo" userId="47623bae26644c38" providerId="Windows Live" clId="Web-{E8705E34-9CBC-8950-A51C-8E09455DC8C6}" dt="2026-04-21T23:10:21.256" v="47" actId="1076"/>
          <ac:picMkLst>
            <pc:docMk/>
            <pc:sldMk cId="0" sldId="256"/>
            <ac:picMk id="115" creationId="{00000000-0000-0000-0000-000000000000}"/>
          </ac:picMkLst>
        </pc:picChg>
        <pc:picChg chg="mod">
          <ac:chgData name="Marian Romo" userId="47623bae26644c38" providerId="Windows Live" clId="Web-{E8705E34-9CBC-8950-A51C-8E09455DC8C6}" dt="2026-04-21T23:10:29.803" v="48" actId="1076"/>
          <ac:picMkLst>
            <pc:docMk/>
            <pc:sldMk cId="0" sldId="256"/>
            <ac:picMk id="116"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2286000" y="685800"/>
            <a:ext cx="228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1619966" y="10064781"/>
            <a:ext cx="18359596" cy="6944848"/>
          </a:xfrm>
          <a:prstGeom prst="rect">
            <a:avLst/>
          </a:prstGeom>
          <a:noFill/>
          <a:ln>
            <a:noFill/>
          </a:ln>
        </p:spPr>
        <p:txBody>
          <a:bodyPr spcFirstLastPara="1" wrap="square" lIns="226300" tIns="113150" rIns="226300" bIns="1131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3239931" y="18359597"/>
            <a:ext cx="15119667" cy="8279818"/>
          </a:xfrm>
          <a:prstGeom prst="rect">
            <a:avLst/>
          </a:prstGeom>
          <a:noFill/>
          <a:ln>
            <a:noFill/>
          </a:ln>
        </p:spPr>
        <p:txBody>
          <a:bodyPr spcFirstLastPara="1" wrap="square" lIns="226300" tIns="113150" rIns="226300" bIns="113150" anchor="t" anchorCtr="0">
            <a:normAutofit/>
          </a:bodyPr>
          <a:lstStyle>
            <a:lvl1pPr lvl="0" algn="ctr">
              <a:spcBef>
                <a:spcPts val="1580"/>
              </a:spcBef>
              <a:spcAft>
                <a:spcPts val="0"/>
              </a:spcAft>
              <a:buClr>
                <a:srgbClr val="888888"/>
              </a:buClr>
              <a:buSzPts val="7900"/>
              <a:buNone/>
              <a:defRPr>
                <a:solidFill>
                  <a:srgbClr val="888888"/>
                </a:solidFill>
              </a:defRPr>
            </a:lvl1pPr>
            <a:lvl2pPr lvl="1" algn="ctr">
              <a:spcBef>
                <a:spcPts val="1380"/>
              </a:spcBef>
              <a:spcAft>
                <a:spcPts val="0"/>
              </a:spcAft>
              <a:buClr>
                <a:srgbClr val="888888"/>
              </a:buClr>
              <a:buSzPts val="6900"/>
              <a:buNone/>
              <a:defRPr>
                <a:solidFill>
                  <a:srgbClr val="888888"/>
                </a:solidFill>
              </a:defRPr>
            </a:lvl2pPr>
            <a:lvl3pPr lvl="2" algn="ctr">
              <a:spcBef>
                <a:spcPts val="1180"/>
              </a:spcBef>
              <a:spcAft>
                <a:spcPts val="0"/>
              </a:spcAft>
              <a:buClr>
                <a:srgbClr val="888888"/>
              </a:buClr>
              <a:buSzPts val="5900"/>
              <a:buNone/>
              <a:defRPr>
                <a:solidFill>
                  <a:srgbClr val="888888"/>
                </a:solidFill>
              </a:defRPr>
            </a:lvl3pPr>
            <a:lvl4pPr lvl="3" algn="ctr">
              <a:spcBef>
                <a:spcPts val="980"/>
              </a:spcBef>
              <a:spcAft>
                <a:spcPts val="0"/>
              </a:spcAft>
              <a:buClr>
                <a:srgbClr val="888888"/>
              </a:buClr>
              <a:buSzPts val="4900"/>
              <a:buNone/>
              <a:defRPr>
                <a:solidFill>
                  <a:srgbClr val="888888"/>
                </a:solidFill>
              </a:defRPr>
            </a:lvl4pPr>
            <a:lvl5pPr lvl="4" algn="ctr">
              <a:spcBef>
                <a:spcPts val="980"/>
              </a:spcBef>
              <a:spcAft>
                <a:spcPts val="0"/>
              </a:spcAft>
              <a:buClr>
                <a:srgbClr val="888888"/>
              </a:buClr>
              <a:buSzPts val="4900"/>
              <a:buNone/>
              <a:defRPr>
                <a:solidFill>
                  <a:srgbClr val="888888"/>
                </a:solidFill>
              </a:defRPr>
            </a:lvl5pPr>
            <a:lvl6pPr lvl="5" algn="ctr">
              <a:spcBef>
                <a:spcPts val="980"/>
              </a:spcBef>
              <a:spcAft>
                <a:spcPts val="0"/>
              </a:spcAft>
              <a:buClr>
                <a:srgbClr val="888888"/>
              </a:buClr>
              <a:buSzPts val="4900"/>
              <a:buNone/>
              <a:defRPr>
                <a:solidFill>
                  <a:srgbClr val="888888"/>
                </a:solidFill>
              </a:defRPr>
            </a:lvl6pPr>
            <a:lvl7pPr lvl="6" algn="ctr">
              <a:spcBef>
                <a:spcPts val="980"/>
              </a:spcBef>
              <a:spcAft>
                <a:spcPts val="0"/>
              </a:spcAft>
              <a:buClr>
                <a:srgbClr val="888888"/>
              </a:buClr>
              <a:buSzPts val="4900"/>
              <a:buNone/>
              <a:defRPr>
                <a:solidFill>
                  <a:srgbClr val="888888"/>
                </a:solidFill>
              </a:defRPr>
            </a:lvl7pPr>
            <a:lvl8pPr lvl="7" algn="ctr">
              <a:spcBef>
                <a:spcPts val="980"/>
              </a:spcBef>
              <a:spcAft>
                <a:spcPts val="0"/>
              </a:spcAft>
              <a:buClr>
                <a:srgbClr val="888888"/>
              </a:buClr>
              <a:buSzPts val="4900"/>
              <a:buNone/>
              <a:defRPr>
                <a:solidFill>
                  <a:srgbClr val="888888"/>
                </a:solidFill>
              </a:defRPr>
            </a:lvl8pPr>
            <a:lvl9pPr lvl="8" algn="ctr">
              <a:spcBef>
                <a:spcPts val="980"/>
              </a:spcBef>
              <a:spcAft>
                <a:spcPts val="0"/>
              </a:spcAft>
              <a:buClr>
                <a:srgbClr val="888888"/>
              </a:buClr>
              <a:buSzPts val="4900"/>
              <a:buNone/>
              <a:defRPr>
                <a:solidFill>
                  <a:srgbClr val="888888"/>
                </a:solidFill>
              </a:defRPr>
            </a:lvl9pPr>
          </a:lstStyle>
          <a:p>
            <a:endParaRPr/>
          </a:p>
        </p:txBody>
      </p:sp>
      <p:sp>
        <p:nvSpPr>
          <p:cNvPr id="14" name="Google Shape;14;p3"/>
          <p:cNvSpPr txBox="1">
            <a:spLocks noGrp="1"/>
          </p:cNvSpPr>
          <p:nvPr>
            <p:ph type="dt" idx="10"/>
          </p:nvPr>
        </p:nvSpPr>
        <p:spPr>
          <a:xfrm>
            <a:off x="1079979" y="30029343"/>
            <a:ext cx="5039889" cy="1724962"/>
          </a:xfrm>
          <a:prstGeom prst="rect">
            <a:avLst/>
          </a:prstGeom>
          <a:noFill/>
          <a:ln>
            <a:noFill/>
          </a:ln>
        </p:spPr>
        <p:txBody>
          <a:bodyPr spcFirstLastPara="1" wrap="square" lIns="226300" tIns="113150" rIns="226300" bIns="1131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7379839" y="30029343"/>
            <a:ext cx="6839849" cy="1724962"/>
          </a:xfrm>
          <a:prstGeom prst="rect">
            <a:avLst/>
          </a:prstGeom>
          <a:noFill/>
          <a:ln>
            <a:noFill/>
          </a:ln>
        </p:spPr>
        <p:txBody>
          <a:bodyPr spcFirstLastPara="1" wrap="square" lIns="226300" tIns="113150" rIns="226300" bIns="1131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15479661" y="30029343"/>
            <a:ext cx="5039889" cy="1724962"/>
          </a:xfrm>
          <a:prstGeom prst="rect">
            <a:avLst/>
          </a:prstGeom>
          <a:noFill/>
          <a:ln>
            <a:noFill/>
          </a:ln>
        </p:spPr>
        <p:txBody>
          <a:bodyPr spcFirstLastPara="1" wrap="square" lIns="226300" tIns="113150" rIns="226300" bIns="1131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1079977" y="1297473"/>
            <a:ext cx="19439573" cy="5399882"/>
          </a:xfrm>
          <a:prstGeom prst="rect">
            <a:avLst/>
          </a:prstGeom>
          <a:noFill/>
          <a:ln>
            <a:noFill/>
          </a:ln>
        </p:spPr>
        <p:txBody>
          <a:bodyPr spcFirstLastPara="1" wrap="square" lIns="226300" tIns="113150" rIns="226300" bIns="1131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1079977" y="7559838"/>
            <a:ext cx="19439573" cy="21382031"/>
          </a:xfrm>
          <a:prstGeom prst="rect">
            <a:avLst/>
          </a:prstGeom>
          <a:noFill/>
          <a:ln>
            <a:noFill/>
          </a:ln>
        </p:spPr>
        <p:txBody>
          <a:bodyPr spcFirstLastPara="1" wrap="square" lIns="226300" tIns="113150" rIns="226300" bIns="11315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1079979" y="30029343"/>
            <a:ext cx="5039889" cy="1724962"/>
          </a:xfrm>
          <a:prstGeom prst="rect">
            <a:avLst/>
          </a:prstGeom>
          <a:noFill/>
          <a:ln>
            <a:noFill/>
          </a:ln>
        </p:spPr>
        <p:txBody>
          <a:bodyPr spcFirstLastPara="1" wrap="square" lIns="226300" tIns="113150" rIns="226300" bIns="1131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7379839" y="30029343"/>
            <a:ext cx="6839849" cy="1724962"/>
          </a:xfrm>
          <a:prstGeom prst="rect">
            <a:avLst/>
          </a:prstGeom>
          <a:noFill/>
          <a:ln>
            <a:noFill/>
          </a:ln>
        </p:spPr>
        <p:txBody>
          <a:bodyPr spcFirstLastPara="1" wrap="square" lIns="226300" tIns="113150" rIns="226300" bIns="1131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15479661" y="30029343"/>
            <a:ext cx="5039889" cy="1724962"/>
          </a:xfrm>
          <a:prstGeom prst="rect">
            <a:avLst/>
          </a:prstGeom>
          <a:noFill/>
          <a:ln>
            <a:noFill/>
          </a:ln>
        </p:spPr>
        <p:txBody>
          <a:bodyPr spcFirstLastPara="1" wrap="square" lIns="226300" tIns="113150" rIns="226300" bIns="1131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1706216" y="20819545"/>
            <a:ext cx="18359596" cy="6434858"/>
          </a:xfrm>
          <a:prstGeom prst="rect">
            <a:avLst/>
          </a:prstGeom>
          <a:noFill/>
          <a:ln>
            <a:noFill/>
          </a:ln>
        </p:spPr>
        <p:txBody>
          <a:bodyPr spcFirstLastPara="1" wrap="square" lIns="226300" tIns="113150" rIns="226300" bIns="113150" anchor="t" anchorCtr="0">
            <a:normAutofit/>
          </a:bodyPr>
          <a:lstStyle>
            <a:lvl1pPr lvl="0" algn="l">
              <a:spcBef>
                <a:spcPts val="0"/>
              </a:spcBef>
              <a:spcAft>
                <a:spcPts val="0"/>
              </a:spcAft>
              <a:buClr>
                <a:schemeClr val="dk1"/>
              </a:buClr>
              <a:buSzPts val="9900"/>
              <a:buFont typeface="Calibri"/>
              <a:buNone/>
              <a:defRPr sz="99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1706216" y="13732203"/>
            <a:ext cx="18359596" cy="7087342"/>
          </a:xfrm>
          <a:prstGeom prst="rect">
            <a:avLst/>
          </a:prstGeom>
          <a:noFill/>
          <a:ln>
            <a:noFill/>
          </a:ln>
        </p:spPr>
        <p:txBody>
          <a:bodyPr spcFirstLastPara="1" wrap="square" lIns="226300" tIns="113150" rIns="226300" bIns="113150" anchor="b" anchorCtr="0">
            <a:normAutofit/>
          </a:bodyPr>
          <a:lstStyle>
            <a:lvl1pPr marL="457200" lvl="0" indent="-228600" algn="l">
              <a:spcBef>
                <a:spcPts val="980"/>
              </a:spcBef>
              <a:spcAft>
                <a:spcPts val="0"/>
              </a:spcAft>
              <a:buClr>
                <a:srgbClr val="888888"/>
              </a:buClr>
              <a:buSzPts val="4900"/>
              <a:buNone/>
              <a:defRPr sz="4900">
                <a:solidFill>
                  <a:srgbClr val="888888"/>
                </a:solidFill>
              </a:defRPr>
            </a:lvl1pPr>
            <a:lvl2pPr marL="914400" lvl="1" indent="-228600" algn="l">
              <a:spcBef>
                <a:spcPts val="900"/>
              </a:spcBef>
              <a:spcAft>
                <a:spcPts val="0"/>
              </a:spcAft>
              <a:buClr>
                <a:srgbClr val="888888"/>
              </a:buClr>
              <a:buSzPts val="4500"/>
              <a:buNone/>
              <a:defRPr sz="4500">
                <a:solidFill>
                  <a:srgbClr val="888888"/>
                </a:solidFill>
              </a:defRPr>
            </a:lvl2pPr>
            <a:lvl3pPr marL="1371600" lvl="2" indent="-228600" algn="l">
              <a:spcBef>
                <a:spcPts val="800"/>
              </a:spcBef>
              <a:spcAft>
                <a:spcPts val="0"/>
              </a:spcAft>
              <a:buClr>
                <a:srgbClr val="888888"/>
              </a:buClr>
              <a:buSzPts val="4000"/>
              <a:buNone/>
              <a:defRPr sz="4000">
                <a:solidFill>
                  <a:srgbClr val="888888"/>
                </a:solidFill>
              </a:defRPr>
            </a:lvl3pPr>
            <a:lvl4pPr marL="1828800" lvl="3" indent="-228600" algn="l">
              <a:spcBef>
                <a:spcPts val="700"/>
              </a:spcBef>
              <a:spcAft>
                <a:spcPts val="0"/>
              </a:spcAft>
              <a:buClr>
                <a:srgbClr val="888888"/>
              </a:buClr>
              <a:buSzPts val="3500"/>
              <a:buNone/>
              <a:defRPr sz="3500">
                <a:solidFill>
                  <a:srgbClr val="888888"/>
                </a:solidFill>
              </a:defRPr>
            </a:lvl4pPr>
            <a:lvl5pPr marL="2286000" lvl="4" indent="-228600" algn="l">
              <a:spcBef>
                <a:spcPts val="700"/>
              </a:spcBef>
              <a:spcAft>
                <a:spcPts val="0"/>
              </a:spcAft>
              <a:buClr>
                <a:srgbClr val="888888"/>
              </a:buClr>
              <a:buSzPts val="3500"/>
              <a:buNone/>
              <a:defRPr sz="3500">
                <a:solidFill>
                  <a:srgbClr val="888888"/>
                </a:solidFill>
              </a:defRPr>
            </a:lvl5pPr>
            <a:lvl6pPr marL="2743200" lvl="5" indent="-228600" algn="l">
              <a:spcBef>
                <a:spcPts val="700"/>
              </a:spcBef>
              <a:spcAft>
                <a:spcPts val="0"/>
              </a:spcAft>
              <a:buClr>
                <a:srgbClr val="888888"/>
              </a:buClr>
              <a:buSzPts val="3500"/>
              <a:buNone/>
              <a:defRPr sz="3500">
                <a:solidFill>
                  <a:srgbClr val="888888"/>
                </a:solidFill>
              </a:defRPr>
            </a:lvl6pPr>
            <a:lvl7pPr marL="3200400" lvl="6" indent="-228600" algn="l">
              <a:spcBef>
                <a:spcPts val="700"/>
              </a:spcBef>
              <a:spcAft>
                <a:spcPts val="0"/>
              </a:spcAft>
              <a:buClr>
                <a:srgbClr val="888888"/>
              </a:buClr>
              <a:buSzPts val="3500"/>
              <a:buNone/>
              <a:defRPr sz="3500">
                <a:solidFill>
                  <a:srgbClr val="888888"/>
                </a:solidFill>
              </a:defRPr>
            </a:lvl7pPr>
            <a:lvl8pPr marL="3657600" lvl="7" indent="-228600" algn="l">
              <a:spcBef>
                <a:spcPts val="700"/>
              </a:spcBef>
              <a:spcAft>
                <a:spcPts val="0"/>
              </a:spcAft>
              <a:buClr>
                <a:srgbClr val="888888"/>
              </a:buClr>
              <a:buSzPts val="3500"/>
              <a:buNone/>
              <a:defRPr sz="3500">
                <a:solidFill>
                  <a:srgbClr val="888888"/>
                </a:solidFill>
              </a:defRPr>
            </a:lvl8pPr>
            <a:lvl9pPr marL="4114800" lvl="8" indent="-228600" algn="l">
              <a:spcBef>
                <a:spcPts val="700"/>
              </a:spcBef>
              <a:spcAft>
                <a:spcPts val="0"/>
              </a:spcAft>
              <a:buClr>
                <a:srgbClr val="888888"/>
              </a:buClr>
              <a:buSzPts val="3500"/>
              <a:buNone/>
              <a:defRPr sz="3500">
                <a:solidFill>
                  <a:srgbClr val="888888"/>
                </a:solidFill>
              </a:defRPr>
            </a:lvl9pPr>
          </a:lstStyle>
          <a:p>
            <a:endParaRPr/>
          </a:p>
        </p:txBody>
      </p:sp>
      <p:sp>
        <p:nvSpPr>
          <p:cNvPr id="26" name="Google Shape;26;p5"/>
          <p:cNvSpPr txBox="1">
            <a:spLocks noGrp="1"/>
          </p:cNvSpPr>
          <p:nvPr>
            <p:ph type="dt" idx="10"/>
          </p:nvPr>
        </p:nvSpPr>
        <p:spPr>
          <a:xfrm>
            <a:off x="1079979" y="30029343"/>
            <a:ext cx="5039889" cy="1724962"/>
          </a:xfrm>
          <a:prstGeom prst="rect">
            <a:avLst/>
          </a:prstGeom>
          <a:noFill/>
          <a:ln>
            <a:noFill/>
          </a:ln>
        </p:spPr>
        <p:txBody>
          <a:bodyPr spcFirstLastPara="1" wrap="square" lIns="226300" tIns="113150" rIns="226300" bIns="1131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7379839" y="30029343"/>
            <a:ext cx="6839849" cy="1724962"/>
          </a:xfrm>
          <a:prstGeom prst="rect">
            <a:avLst/>
          </a:prstGeom>
          <a:noFill/>
          <a:ln>
            <a:noFill/>
          </a:ln>
        </p:spPr>
        <p:txBody>
          <a:bodyPr spcFirstLastPara="1" wrap="square" lIns="226300" tIns="113150" rIns="226300" bIns="1131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15479661" y="30029343"/>
            <a:ext cx="5039889" cy="1724962"/>
          </a:xfrm>
          <a:prstGeom prst="rect">
            <a:avLst/>
          </a:prstGeom>
          <a:noFill/>
          <a:ln>
            <a:noFill/>
          </a:ln>
        </p:spPr>
        <p:txBody>
          <a:bodyPr spcFirstLastPara="1" wrap="square" lIns="226300" tIns="113150" rIns="226300" bIns="1131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1079977" y="1297473"/>
            <a:ext cx="19439573" cy="5399882"/>
          </a:xfrm>
          <a:prstGeom prst="rect">
            <a:avLst/>
          </a:prstGeom>
          <a:noFill/>
          <a:ln>
            <a:noFill/>
          </a:ln>
        </p:spPr>
        <p:txBody>
          <a:bodyPr spcFirstLastPara="1" wrap="square" lIns="226300" tIns="113150" rIns="226300" bIns="1131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1912458" y="25791937"/>
            <a:ext cx="17043376" cy="72958396"/>
          </a:xfrm>
          <a:prstGeom prst="rect">
            <a:avLst/>
          </a:prstGeom>
          <a:noFill/>
          <a:ln>
            <a:noFill/>
          </a:ln>
        </p:spPr>
        <p:txBody>
          <a:bodyPr spcFirstLastPara="1" wrap="square" lIns="226300" tIns="113150" rIns="226300" bIns="113150" anchor="t" anchorCtr="0">
            <a:normAutofit/>
          </a:bodyPr>
          <a:lstStyle>
            <a:lvl1pPr marL="457200" lvl="0" indent="-666750" algn="l">
              <a:spcBef>
                <a:spcPts val="1380"/>
              </a:spcBef>
              <a:spcAft>
                <a:spcPts val="0"/>
              </a:spcAft>
              <a:buClr>
                <a:schemeClr val="dk1"/>
              </a:buClr>
              <a:buSzPts val="6900"/>
              <a:buChar char="•"/>
              <a:defRPr sz="6900"/>
            </a:lvl1pPr>
            <a:lvl2pPr marL="914400" lvl="1" indent="-603250" algn="l">
              <a:spcBef>
                <a:spcPts val="1180"/>
              </a:spcBef>
              <a:spcAft>
                <a:spcPts val="0"/>
              </a:spcAft>
              <a:buClr>
                <a:schemeClr val="dk1"/>
              </a:buClr>
              <a:buSzPts val="5900"/>
              <a:buChar char="–"/>
              <a:defRPr sz="5900"/>
            </a:lvl2pPr>
            <a:lvl3pPr marL="1371600" lvl="2" indent="-539750" algn="l">
              <a:spcBef>
                <a:spcPts val="980"/>
              </a:spcBef>
              <a:spcAft>
                <a:spcPts val="0"/>
              </a:spcAft>
              <a:buClr>
                <a:schemeClr val="dk1"/>
              </a:buClr>
              <a:buSzPts val="4900"/>
              <a:buChar char="•"/>
              <a:defRPr sz="4900"/>
            </a:lvl3pPr>
            <a:lvl4pPr marL="1828800" lvl="3" indent="-514350" algn="l">
              <a:spcBef>
                <a:spcPts val="900"/>
              </a:spcBef>
              <a:spcAft>
                <a:spcPts val="0"/>
              </a:spcAft>
              <a:buClr>
                <a:schemeClr val="dk1"/>
              </a:buClr>
              <a:buSzPts val="4500"/>
              <a:buChar char="–"/>
              <a:defRPr sz="4500"/>
            </a:lvl4pPr>
            <a:lvl5pPr marL="2286000" lvl="4" indent="-514350" algn="l">
              <a:spcBef>
                <a:spcPts val="900"/>
              </a:spcBef>
              <a:spcAft>
                <a:spcPts val="0"/>
              </a:spcAft>
              <a:buClr>
                <a:schemeClr val="dk1"/>
              </a:buClr>
              <a:buSzPts val="4500"/>
              <a:buChar char="»"/>
              <a:defRPr sz="4500"/>
            </a:lvl5pPr>
            <a:lvl6pPr marL="2743200" lvl="5" indent="-514350" algn="l">
              <a:spcBef>
                <a:spcPts val="900"/>
              </a:spcBef>
              <a:spcAft>
                <a:spcPts val="0"/>
              </a:spcAft>
              <a:buClr>
                <a:schemeClr val="dk1"/>
              </a:buClr>
              <a:buSzPts val="4500"/>
              <a:buChar char="•"/>
              <a:defRPr sz="4500"/>
            </a:lvl6pPr>
            <a:lvl7pPr marL="3200400" lvl="6" indent="-514350" algn="l">
              <a:spcBef>
                <a:spcPts val="900"/>
              </a:spcBef>
              <a:spcAft>
                <a:spcPts val="0"/>
              </a:spcAft>
              <a:buClr>
                <a:schemeClr val="dk1"/>
              </a:buClr>
              <a:buSzPts val="4500"/>
              <a:buChar char="•"/>
              <a:defRPr sz="4500"/>
            </a:lvl7pPr>
            <a:lvl8pPr marL="3657600" lvl="7" indent="-514350" algn="l">
              <a:spcBef>
                <a:spcPts val="900"/>
              </a:spcBef>
              <a:spcAft>
                <a:spcPts val="0"/>
              </a:spcAft>
              <a:buClr>
                <a:schemeClr val="dk1"/>
              </a:buClr>
              <a:buSzPts val="4500"/>
              <a:buChar char="•"/>
              <a:defRPr sz="4500"/>
            </a:lvl8pPr>
            <a:lvl9pPr marL="4114800" lvl="8" indent="-514350" algn="l">
              <a:spcBef>
                <a:spcPts val="900"/>
              </a:spcBef>
              <a:spcAft>
                <a:spcPts val="0"/>
              </a:spcAft>
              <a:buClr>
                <a:schemeClr val="dk1"/>
              </a:buClr>
              <a:buSzPts val="4500"/>
              <a:buChar char="•"/>
              <a:defRPr sz="4500"/>
            </a:lvl9pPr>
          </a:lstStyle>
          <a:p>
            <a:endParaRPr/>
          </a:p>
        </p:txBody>
      </p:sp>
      <p:sp>
        <p:nvSpPr>
          <p:cNvPr id="32" name="Google Shape;32;p6"/>
          <p:cNvSpPr txBox="1">
            <a:spLocks noGrp="1"/>
          </p:cNvSpPr>
          <p:nvPr>
            <p:ph type="body" idx="2"/>
          </p:nvPr>
        </p:nvSpPr>
        <p:spPr>
          <a:xfrm>
            <a:off x="19315829" y="25791937"/>
            <a:ext cx="17047126" cy="72958396"/>
          </a:xfrm>
          <a:prstGeom prst="rect">
            <a:avLst/>
          </a:prstGeom>
          <a:noFill/>
          <a:ln>
            <a:noFill/>
          </a:ln>
        </p:spPr>
        <p:txBody>
          <a:bodyPr spcFirstLastPara="1" wrap="square" lIns="226300" tIns="113150" rIns="226300" bIns="113150" anchor="t" anchorCtr="0">
            <a:normAutofit/>
          </a:bodyPr>
          <a:lstStyle>
            <a:lvl1pPr marL="457200" lvl="0" indent="-666750" algn="l">
              <a:spcBef>
                <a:spcPts val="1380"/>
              </a:spcBef>
              <a:spcAft>
                <a:spcPts val="0"/>
              </a:spcAft>
              <a:buClr>
                <a:schemeClr val="dk1"/>
              </a:buClr>
              <a:buSzPts val="6900"/>
              <a:buChar char="•"/>
              <a:defRPr sz="6900"/>
            </a:lvl1pPr>
            <a:lvl2pPr marL="914400" lvl="1" indent="-603250" algn="l">
              <a:spcBef>
                <a:spcPts val="1180"/>
              </a:spcBef>
              <a:spcAft>
                <a:spcPts val="0"/>
              </a:spcAft>
              <a:buClr>
                <a:schemeClr val="dk1"/>
              </a:buClr>
              <a:buSzPts val="5900"/>
              <a:buChar char="–"/>
              <a:defRPr sz="5900"/>
            </a:lvl2pPr>
            <a:lvl3pPr marL="1371600" lvl="2" indent="-539750" algn="l">
              <a:spcBef>
                <a:spcPts val="980"/>
              </a:spcBef>
              <a:spcAft>
                <a:spcPts val="0"/>
              </a:spcAft>
              <a:buClr>
                <a:schemeClr val="dk1"/>
              </a:buClr>
              <a:buSzPts val="4900"/>
              <a:buChar char="•"/>
              <a:defRPr sz="4900"/>
            </a:lvl3pPr>
            <a:lvl4pPr marL="1828800" lvl="3" indent="-514350" algn="l">
              <a:spcBef>
                <a:spcPts val="900"/>
              </a:spcBef>
              <a:spcAft>
                <a:spcPts val="0"/>
              </a:spcAft>
              <a:buClr>
                <a:schemeClr val="dk1"/>
              </a:buClr>
              <a:buSzPts val="4500"/>
              <a:buChar char="–"/>
              <a:defRPr sz="4500"/>
            </a:lvl4pPr>
            <a:lvl5pPr marL="2286000" lvl="4" indent="-514350" algn="l">
              <a:spcBef>
                <a:spcPts val="900"/>
              </a:spcBef>
              <a:spcAft>
                <a:spcPts val="0"/>
              </a:spcAft>
              <a:buClr>
                <a:schemeClr val="dk1"/>
              </a:buClr>
              <a:buSzPts val="4500"/>
              <a:buChar char="»"/>
              <a:defRPr sz="4500"/>
            </a:lvl5pPr>
            <a:lvl6pPr marL="2743200" lvl="5" indent="-514350" algn="l">
              <a:spcBef>
                <a:spcPts val="900"/>
              </a:spcBef>
              <a:spcAft>
                <a:spcPts val="0"/>
              </a:spcAft>
              <a:buClr>
                <a:schemeClr val="dk1"/>
              </a:buClr>
              <a:buSzPts val="4500"/>
              <a:buChar char="•"/>
              <a:defRPr sz="4500"/>
            </a:lvl6pPr>
            <a:lvl7pPr marL="3200400" lvl="6" indent="-514350" algn="l">
              <a:spcBef>
                <a:spcPts val="900"/>
              </a:spcBef>
              <a:spcAft>
                <a:spcPts val="0"/>
              </a:spcAft>
              <a:buClr>
                <a:schemeClr val="dk1"/>
              </a:buClr>
              <a:buSzPts val="4500"/>
              <a:buChar char="•"/>
              <a:defRPr sz="4500"/>
            </a:lvl7pPr>
            <a:lvl8pPr marL="3657600" lvl="7" indent="-514350" algn="l">
              <a:spcBef>
                <a:spcPts val="900"/>
              </a:spcBef>
              <a:spcAft>
                <a:spcPts val="0"/>
              </a:spcAft>
              <a:buClr>
                <a:schemeClr val="dk1"/>
              </a:buClr>
              <a:buSzPts val="4500"/>
              <a:buChar char="•"/>
              <a:defRPr sz="4500"/>
            </a:lvl8pPr>
            <a:lvl9pPr marL="4114800" lvl="8" indent="-514350" algn="l">
              <a:spcBef>
                <a:spcPts val="900"/>
              </a:spcBef>
              <a:spcAft>
                <a:spcPts val="0"/>
              </a:spcAft>
              <a:buClr>
                <a:schemeClr val="dk1"/>
              </a:buClr>
              <a:buSzPts val="4500"/>
              <a:buChar char="•"/>
              <a:defRPr sz="4500"/>
            </a:lvl9pPr>
          </a:lstStyle>
          <a:p>
            <a:endParaRPr/>
          </a:p>
        </p:txBody>
      </p:sp>
      <p:sp>
        <p:nvSpPr>
          <p:cNvPr id="33" name="Google Shape;33;p6"/>
          <p:cNvSpPr txBox="1">
            <a:spLocks noGrp="1"/>
          </p:cNvSpPr>
          <p:nvPr>
            <p:ph type="dt" idx="10"/>
          </p:nvPr>
        </p:nvSpPr>
        <p:spPr>
          <a:xfrm>
            <a:off x="1079979" y="30029343"/>
            <a:ext cx="5039889" cy="1724962"/>
          </a:xfrm>
          <a:prstGeom prst="rect">
            <a:avLst/>
          </a:prstGeom>
          <a:noFill/>
          <a:ln>
            <a:noFill/>
          </a:ln>
        </p:spPr>
        <p:txBody>
          <a:bodyPr spcFirstLastPara="1" wrap="square" lIns="226300" tIns="113150" rIns="226300" bIns="1131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7379839" y="30029343"/>
            <a:ext cx="6839849" cy="1724962"/>
          </a:xfrm>
          <a:prstGeom prst="rect">
            <a:avLst/>
          </a:prstGeom>
          <a:noFill/>
          <a:ln>
            <a:noFill/>
          </a:ln>
        </p:spPr>
        <p:txBody>
          <a:bodyPr spcFirstLastPara="1" wrap="square" lIns="226300" tIns="113150" rIns="226300" bIns="1131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15479661" y="30029343"/>
            <a:ext cx="5039889" cy="1724962"/>
          </a:xfrm>
          <a:prstGeom prst="rect">
            <a:avLst/>
          </a:prstGeom>
          <a:noFill/>
          <a:ln>
            <a:noFill/>
          </a:ln>
        </p:spPr>
        <p:txBody>
          <a:bodyPr spcFirstLastPara="1" wrap="square" lIns="226300" tIns="113150" rIns="226300" bIns="1131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1079977" y="1297473"/>
            <a:ext cx="19439573" cy="5399882"/>
          </a:xfrm>
          <a:prstGeom prst="rect">
            <a:avLst/>
          </a:prstGeom>
          <a:noFill/>
          <a:ln>
            <a:noFill/>
          </a:ln>
        </p:spPr>
        <p:txBody>
          <a:bodyPr spcFirstLastPara="1" wrap="square" lIns="226300" tIns="113150" rIns="226300" bIns="113150" anchor="ctr" anchorCtr="0">
            <a:normAutofit/>
          </a:bodyPr>
          <a:lstStyle>
            <a:lvl1pPr lvl="0" algn="ctr">
              <a:spcBef>
                <a:spcPts val="0"/>
              </a:spcBef>
              <a:spcAft>
                <a:spcPts val="0"/>
              </a:spcAft>
              <a:buClr>
                <a:schemeClr val="dk1"/>
              </a:buClr>
              <a:buSzPts val="109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1079977" y="7252343"/>
            <a:ext cx="9543542" cy="3022432"/>
          </a:xfrm>
          <a:prstGeom prst="rect">
            <a:avLst/>
          </a:prstGeom>
          <a:noFill/>
          <a:ln>
            <a:noFill/>
          </a:ln>
        </p:spPr>
        <p:txBody>
          <a:bodyPr spcFirstLastPara="1" wrap="square" lIns="226300" tIns="113150" rIns="226300" bIns="113150" anchor="b" anchorCtr="0">
            <a:normAutofit/>
          </a:bodyPr>
          <a:lstStyle>
            <a:lvl1pPr marL="457200" lvl="0" indent="-228600" algn="l">
              <a:spcBef>
                <a:spcPts val="1180"/>
              </a:spcBef>
              <a:spcAft>
                <a:spcPts val="0"/>
              </a:spcAft>
              <a:buClr>
                <a:schemeClr val="dk1"/>
              </a:buClr>
              <a:buSzPts val="5900"/>
              <a:buNone/>
              <a:defRPr sz="5900" b="1"/>
            </a:lvl1pPr>
            <a:lvl2pPr marL="914400" lvl="1" indent="-228600" algn="l">
              <a:spcBef>
                <a:spcPts val="980"/>
              </a:spcBef>
              <a:spcAft>
                <a:spcPts val="0"/>
              </a:spcAft>
              <a:buClr>
                <a:schemeClr val="dk1"/>
              </a:buClr>
              <a:buSzPts val="4900"/>
              <a:buNone/>
              <a:defRPr sz="4900" b="1"/>
            </a:lvl2pPr>
            <a:lvl3pPr marL="1371600" lvl="2" indent="-228600" algn="l">
              <a:spcBef>
                <a:spcPts val="900"/>
              </a:spcBef>
              <a:spcAft>
                <a:spcPts val="0"/>
              </a:spcAft>
              <a:buClr>
                <a:schemeClr val="dk1"/>
              </a:buClr>
              <a:buSzPts val="4500"/>
              <a:buNone/>
              <a:defRPr sz="4500" b="1"/>
            </a:lvl3pPr>
            <a:lvl4pPr marL="1828800" lvl="3" indent="-228600" algn="l">
              <a:spcBef>
                <a:spcPts val="800"/>
              </a:spcBef>
              <a:spcAft>
                <a:spcPts val="0"/>
              </a:spcAft>
              <a:buClr>
                <a:schemeClr val="dk1"/>
              </a:buClr>
              <a:buSzPts val="4000"/>
              <a:buNone/>
              <a:defRPr sz="4000" b="1"/>
            </a:lvl4pPr>
            <a:lvl5pPr marL="2286000" lvl="4" indent="-228600" algn="l">
              <a:spcBef>
                <a:spcPts val="800"/>
              </a:spcBef>
              <a:spcAft>
                <a:spcPts val="0"/>
              </a:spcAft>
              <a:buClr>
                <a:schemeClr val="dk1"/>
              </a:buClr>
              <a:buSzPts val="4000"/>
              <a:buNone/>
              <a:defRPr sz="4000" b="1"/>
            </a:lvl5pPr>
            <a:lvl6pPr marL="2743200" lvl="5" indent="-228600" algn="l">
              <a:spcBef>
                <a:spcPts val="800"/>
              </a:spcBef>
              <a:spcAft>
                <a:spcPts val="0"/>
              </a:spcAft>
              <a:buClr>
                <a:schemeClr val="dk1"/>
              </a:buClr>
              <a:buSzPts val="4000"/>
              <a:buNone/>
              <a:defRPr sz="4000" b="1"/>
            </a:lvl6pPr>
            <a:lvl7pPr marL="3200400" lvl="6" indent="-228600" algn="l">
              <a:spcBef>
                <a:spcPts val="800"/>
              </a:spcBef>
              <a:spcAft>
                <a:spcPts val="0"/>
              </a:spcAft>
              <a:buClr>
                <a:schemeClr val="dk1"/>
              </a:buClr>
              <a:buSzPts val="4000"/>
              <a:buNone/>
              <a:defRPr sz="4000" b="1"/>
            </a:lvl7pPr>
            <a:lvl8pPr marL="3657600" lvl="7" indent="-228600" algn="l">
              <a:spcBef>
                <a:spcPts val="800"/>
              </a:spcBef>
              <a:spcAft>
                <a:spcPts val="0"/>
              </a:spcAft>
              <a:buClr>
                <a:schemeClr val="dk1"/>
              </a:buClr>
              <a:buSzPts val="4000"/>
              <a:buNone/>
              <a:defRPr sz="4000" b="1"/>
            </a:lvl8pPr>
            <a:lvl9pPr marL="4114800" lvl="8" indent="-228600" algn="l">
              <a:spcBef>
                <a:spcPts val="800"/>
              </a:spcBef>
              <a:spcAft>
                <a:spcPts val="0"/>
              </a:spcAft>
              <a:buClr>
                <a:schemeClr val="dk1"/>
              </a:buClr>
              <a:buSzPts val="4000"/>
              <a:buNone/>
              <a:defRPr sz="4000" b="1"/>
            </a:lvl9pPr>
          </a:lstStyle>
          <a:p>
            <a:endParaRPr/>
          </a:p>
        </p:txBody>
      </p:sp>
      <p:sp>
        <p:nvSpPr>
          <p:cNvPr id="39" name="Google Shape;39;p7"/>
          <p:cNvSpPr txBox="1">
            <a:spLocks noGrp="1"/>
          </p:cNvSpPr>
          <p:nvPr>
            <p:ph type="body" idx="2"/>
          </p:nvPr>
        </p:nvSpPr>
        <p:spPr>
          <a:xfrm>
            <a:off x="1079977" y="10274776"/>
            <a:ext cx="9543542" cy="18667091"/>
          </a:xfrm>
          <a:prstGeom prst="rect">
            <a:avLst/>
          </a:prstGeom>
          <a:noFill/>
          <a:ln>
            <a:noFill/>
          </a:ln>
        </p:spPr>
        <p:txBody>
          <a:bodyPr spcFirstLastPara="1" wrap="square" lIns="226300" tIns="113150" rIns="226300" bIns="113150" anchor="t" anchorCtr="0">
            <a:normAutofit/>
          </a:bodyPr>
          <a:lstStyle>
            <a:lvl1pPr marL="457200" lvl="0" indent="-603250" algn="l">
              <a:spcBef>
                <a:spcPts val="1180"/>
              </a:spcBef>
              <a:spcAft>
                <a:spcPts val="0"/>
              </a:spcAft>
              <a:buClr>
                <a:schemeClr val="dk1"/>
              </a:buClr>
              <a:buSzPts val="5900"/>
              <a:buChar char="•"/>
              <a:defRPr sz="5900"/>
            </a:lvl1pPr>
            <a:lvl2pPr marL="914400" lvl="1" indent="-539750" algn="l">
              <a:spcBef>
                <a:spcPts val="980"/>
              </a:spcBef>
              <a:spcAft>
                <a:spcPts val="0"/>
              </a:spcAft>
              <a:buClr>
                <a:schemeClr val="dk1"/>
              </a:buClr>
              <a:buSzPts val="4900"/>
              <a:buChar char="–"/>
              <a:defRPr sz="4900"/>
            </a:lvl2pPr>
            <a:lvl3pPr marL="1371600" lvl="2" indent="-514350" algn="l">
              <a:spcBef>
                <a:spcPts val="900"/>
              </a:spcBef>
              <a:spcAft>
                <a:spcPts val="0"/>
              </a:spcAft>
              <a:buClr>
                <a:schemeClr val="dk1"/>
              </a:buClr>
              <a:buSzPts val="4500"/>
              <a:buChar char="•"/>
              <a:defRPr sz="4500"/>
            </a:lvl3pPr>
            <a:lvl4pPr marL="1828800" lvl="3" indent="-482600" algn="l">
              <a:spcBef>
                <a:spcPts val="800"/>
              </a:spcBef>
              <a:spcAft>
                <a:spcPts val="0"/>
              </a:spcAft>
              <a:buClr>
                <a:schemeClr val="dk1"/>
              </a:buClr>
              <a:buSzPts val="4000"/>
              <a:buChar char="–"/>
              <a:defRPr sz="4000"/>
            </a:lvl4pPr>
            <a:lvl5pPr marL="2286000" lvl="4" indent="-482600" algn="l">
              <a:spcBef>
                <a:spcPts val="800"/>
              </a:spcBef>
              <a:spcAft>
                <a:spcPts val="0"/>
              </a:spcAft>
              <a:buClr>
                <a:schemeClr val="dk1"/>
              </a:buClr>
              <a:buSzPts val="4000"/>
              <a:buChar char="»"/>
              <a:defRPr sz="4000"/>
            </a:lvl5pPr>
            <a:lvl6pPr marL="2743200" lvl="5" indent="-482600" algn="l">
              <a:spcBef>
                <a:spcPts val="800"/>
              </a:spcBef>
              <a:spcAft>
                <a:spcPts val="0"/>
              </a:spcAft>
              <a:buClr>
                <a:schemeClr val="dk1"/>
              </a:buClr>
              <a:buSzPts val="4000"/>
              <a:buChar char="•"/>
              <a:defRPr sz="4000"/>
            </a:lvl6pPr>
            <a:lvl7pPr marL="3200400" lvl="6" indent="-482600" algn="l">
              <a:spcBef>
                <a:spcPts val="800"/>
              </a:spcBef>
              <a:spcAft>
                <a:spcPts val="0"/>
              </a:spcAft>
              <a:buClr>
                <a:schemeClr val="dk1"/>
              </a:buClr>
              <a:buSzPts val="4000"/>
              <a:buChar char="•"/>
              <a:defRPr sz="4000"/>
            </a:lvl7pPr>
            <a:lvl8pPr marL="3657600" lvl="7" indent="-482600" algn="l">
              <a:spcBef>
                <a:spcPts val="800"/>
              </a:spcBef>
              <a:spcAft>
                <a:spcPts val="0"/>
              </a:spcAft>
              <a:buClr>
                <a:schemeClr val="dk1"/>
              </a:buClr>
              <a:buSzPts val="4000"/>
              <a:buChar char="•"/>
              <a:defRPr sz="4000"/>
            </a:lvl8pPr>
            <a:lvl9pPr marL="4114800" lvl="8" indent="-482600" algn="l">
              <a:spcBef>
                <a:spcPts val="800"/>
              </a:spcBef>
              <a:spcAft>
                <a:spcPts val="0"/>
              </a:spcAft>
              <a:buClr>
                <a:schemeClr val="dk1"/>
              </a:buClr>
              <a:buSzPts val="4000"/>
              <a:buChar char="•"/>
              <a:defRPr sz="4000"/>
            </a:lvl9pPr>
          </a:lstStyle>
          <a:p>
            <a:endParaRPr/>
          </a:p>
        </p:txBody>
      </p:sp>
      <p:sp>
        <p:nvSpPr>
          <p:cNvPr id="40" name="Google Shape;40;p7"/>
          <p:cNvSpPr txBox="1">
            <a:spLocks noGrp="1"/>
          </p:cNvSpPr>
          <p:nvPr>
            <p:ph type="body" idx="3"/>
          </p:nvPr>
        </p:nvSpPr>
        <p:spPr>
          <a:xfrm>
            <a:off x="10972260" y="7252343"/>
            <a:ext cx="9547290" cy="3022432"/>
          </a:xfrm>
          <a:prstGeom prst="rect">
            <a:avLst/>
          </a:prstGeom>
          <a:noFill/>
          <a:ln>
            <a:noFill/>
          </a:ln>
        </p:spPr>
        <p:txBody>
          <a:bodyPr spcFirstLastPara="1" wrap="square" lIns="226300" tIns="113150" rIns="226300" bIns="113150" anchor="b" anchorCtr="0">
            <a:normAutofit/>
          </a:bodyPr>
          <a:lstStyle>
            <a:lvl1pPr marL="457200" lvl="0" indent="-228600" algn="l">
              <a:spcBef>
                <a:spcPts val="1180"/>
              </a:spcBef>
              <a:spcAft>
                <a:spcPts val="0"/>
              </a:spcAft>
              <a:buClr>
                <a:schemeClr val="dk1"/>
              </a:buClr>
              <a:buSzPts val="5900"/>
              <a:buNone/>
              <a:defRPr sz="5900" b="1"/>
            </a:lvl1pPr>
            <a:lvl2pPr marL="914400" lvl="1" indent="-228600" algn="l">
              <a:spcBef>
                <a:spcPts val="980"/>
              </a:spcBef>
              <a:spcAft>
                <a:spcPts val="0"/>
              </a:spcAft>
              <a:buClr>
                <a:schemeClr val="dk1"/>
              </a:buClr>
              <a:buSzPts val="4900"/>
              <a:buNone/>
              <a:defRPr sz="4900" b="1"/>
            </a:lvl2pPr>
            <a:lvl3pPr marL="1371600" lvl="2" indent="-228600" algn="l">
              <a:spcBef>
                <a:spcPts val="900"/>
              </a:spcBef>
              <a:spcAft>
                <a:spcPts val="0"/>
              </a:spcAft>
              <a:buClr>
                <a:schemeClr val="dk1"/>
              </a:buClr>
              <a:buSzPts val="4500"/>
              <a:buNone/>
              <a:defRPr sz="4500" b="1"/>
            </a:lvl3pPr>
            <a:lvl4pPr marL="1828800" lvl="3" indent="-228600" algn="l">
              <a:spcBef>
                <a:spcPts val="800"/>
              </a:spcBef>
              <a:spcAft>
                <a:spcPts val="0"/>
              </a:spcAft>
              <a:buClr>
                <a:schemeClr val="dk1"/>
              </a:buClr>
              <a:buSzPts val="4000"/>
              <a:buNone/>
              <a:defRPr sz="4000" b="1"/>
            </a:lvl4pPr>
            <a:lvl5pPr marL="2286000" lvl="4" indent="-228600" algn="l">
              <a:spcBef>
                <a:spcPts val="800"/>
              </a:spcBef>
              <a:spcAft>
                <a:spcPts val="0"/>
              </a:spcAft>
              <a:buClr>
                <a:schemeClr val="dk1"/>
              </a:buClr>
              <a:buSzPts val="4000"/>
              <a:buNone/>
              <a:defRPr sz="4000" b="1"/>
            </a:lvl5pPr>
            <a:lvl6pPr marL="2743200" lvl="5" indent="-228600" algn="l">
              <a:spcBef>
                <a:spcPts val="800"/>
              </a:spcBef>
              <a:spcAft>
                <a:spcPts val="0"/>
              </a:spcAft>
              <a:buClr>
                <a:schemeClr val="dk1"/>
              </a:buClr>
              <a:buSzPts val="4000"/>
              <a:buNone/>
              <a:defRPr sz="4000" b="1"/>
            </a:lvl6pPr>
            <a:lvl7pPr marL="3200400" lvl="6" indent="-228600" algn="l">
              <a:spcBef>
                <a:spcPts val="800"/>
              </a:spcBef>
              <a:spcAft>
                <a:spcPts val="0"/>
              </a:spcAft>
              <a:buClr>
                <a:schemeClr val="dk1"/>
              </a:buClr>
              <a:buSzPts val="4000"/>
              <a:buNone/>
              <a:defRPr sz="4000" b="1"/>
            </a:lvl7pPr>
            <a:lvl8pPr marL="3657600" lvl="7" indent="-228600" algn="l">
              <a:spcBef>
                <a:spcPts val="800"/>
              </a:spcBef>
              <a:spcAft>
                <a:spcPts val="0"/>
              </a:spcAft>
              <a:buClr>
                <a:schemeClr val="dk1"/>
              </a:buClr>
              <a:buSzPts val="4000"/>
              <a:buNone/>
              <a:defRPr sz="4000" b="1"/>
            </a:lvl8pPr>
            <a:lvl9pPr marL="4114800" lvl="8" indent="-228600" algn="l">
              <a:spcBef>
                <a:spcPts val="800"/>
              </a:spcBef>
              <a:spcAft>
                <a:spcPts val="0"/>
              </a:spcAft>
              <a:buClr>
                <a:schemeClr val="dk1"/>
              </a:buClr>
              <a:buSzPts val="4000"/>
              <a:buNone/>
              <a:defRPr sz="4000" b="1"/>
            </a:lvl9pPr>
          </a:lstStyle>
          <a:p>
            <a:endParaRPr/>
          </a:p>
        </p:txBody>
      </p:sp>
      <p:sp>
        <p:nvSpPr>
          <p:cNvPr id="41" name="Google Shape;41;p7"/>
          <p:cNvSpPr txBox="1">
            <a:spLocks noGrp="1"/>
          </p:cNvSpPr>
          <p:nvPr>
            <p:ph type="body" idx="4"/>
          </p:nvPr>
        </p:nvSpPr>
        <p:spPr>
          <a:xfrm>
            <a:off x="10972260" y="10274776"/>
            <a:ext cx="9547290" cy="18667091"/>
          </a:xfrm>
          <a:prstGeom prst="rect">
            <a:avLst/>
          </a:prstGeom>
          <a:noFill/>
          <a:ln>
            <a:noFill/>
          </a:ln>
        </p:spPr>
        <p:txBody>
          <a:bodyPr spcFirstLastPara="1" wrap="square" lIns="226300" tIns="113150" rIns="226300" bIns="113150" anchor="t" anchorCtr="0">
            <a:normAutofit/>
          </a:bodyPr>
          <a:lstStyle>
            <a:lvl1pPr marL="457200" lvl="0" indent="-603250" algn="l">
              <a:spcBef>
                <a:spcPts val="1180"/>
              </a:spcBef>
              <a:spcAft>
                <a:spcPts val="0"/>
              </a:spcAft>
              <a:buClr>
                <a:schemeClr val="dk1"/>
              </a:buClr>
              <a:buSzPts val="5900"/>
              <a:buChar char="•"/>
              <a:defRPr sz="5900"/>
            </a:lvl1pPr>
            <a:lvl2pPr marL="914400" lvl="1" indent="-539750" algn="l">
              <a:spcBef>
                <a:spcPts val="980"/>
              </a:spcBef>
              <a:spcAft>
                <a:spcPts val="0"/>
              </a:spcAft>
              <a:buClr>
                <a:schemeClr val="dk1"/>
              </a:buClr>
              <a:buSzPts val="4900"/>
              <a:buChar char="–"/>
              <a:defRPr sz="4900"/>
            </a:lvl2pPr>
            <a:lvl3pPr marL="1371600" lvl="2" indent="-514350" algn="l">
              <a:spcBef>
                <a:spcPts val="900"/>
              </a:spcBef>
              <a:spcAft>
                <a:spcPts val="0"/>
              </a:spcAft>
              <a:buClr>
                <a:schemeClr val="dk1"/>
              </a:buClr>
              <a:buSzPts val="4500"/>
              <a:buChar char="•"/>
              <a:defRPr sz="4500"/>
            </a:lvl3pPr>
            <a:lvl4pPr marL="1828800" lvl="3" indent="-482600" algn="l">
              <a:spcBef>
                <a:spcPts val="800"/>
              </a:spcBef>
              <a:spcAft>
                <a:spcPts val="0"/>
              </a:spcAft>
              <a:buClr>
                <a:schemeClr val="dk1"/>
              </a:buClr>
              <a:buSzPts val="4000"/>
              <a:buChar char="–"/>
              <a:defRPr sz="4000"/>
            </a:lvl4pPr>
            <a:lvl5pPr marL="2286000" lvl="4" indent="-482600" algn="l">
              <a:spcBef>
                <a:spcPts val="800"/>
              </a:spcBef>
              <a:spcAft>
                <a:spcPts val="0"/>
              </a:spcAft>
              <a:buClr>
                <a:schemeClr val="dk1"/>
              </a:buClr>
              <a:buSzPts val="4000"/>
              <a:buChar char="»"/>
              <a:defRPr sz="4000"/>
            </a:lvl5pPr>
            <a:lvl6pPr marL="2743200" lvl="5" indent="-482600" algn="l">
              <a:spcBef>
                <a:spcPts val="800"/>
              </a:spcBef>
              <a:spcAft>
                <a:spcPts val="0"/>
              </a:spcAft>
              <a:buClr>
                <a:schemeClr val="dk1"/>
              </a:buClr>
              <a:buSzPts val="4000"/>
              <a:buChar char="•"/>
              <a:defRPr sz="4000"/>
            </a:lvl6pPr>
            <a:lvl7pPr marL="3200400" lvl="6" indent="-482600" algn="l">
              <a:spcBef>
                <a:spcPts val="800"/>
              </a:spcBef>
              <a:spcAft>
                <a:spcPts val="0"/>
              </a:spcAft>
              <a:buClr>
                <a:schemeClr val="dk1"/>
              </a:buClr>
              <a:buSzPts val="4000"/>
              <a:buChar char="•"/>
              <a:defRPr sz="4000"/>
            </a:lvl7pPr>
            <a:lvl8pPr marL="3657600" lvl="7" indent="-482600" algn="l">
              <a:spcBef>
                <a:spcPts val="800"/>
              </a:spcBef>
              <a:spcAft>
                <a:spcPts val="0"/>
              </a:spcAft>
              <a:buClr>
                <a:schemeClr val="dk1"/>
              </a:buClr>
              <a:buSzPts val="4000"/>
              <a:buChar char="•"/>
              <a:defRPr sz="4000"/>
            </a:lvl8pPr>
            <a:lvl9pPr marL="4114800" lvl="8" indent="-482600" algn="l">
              <a:spcBef>
                <a:spcPts val="800"/>
              </a:spcBef>
              <a:spcAft>
                <a:spcPts val="0"/>
              </a:spcAft>
              <a:buClr>
                <a:schemeClr val="dk1"/>
              </a:buClr>
              <a:buSzPts val="4000"/>
              <a:buChar char="•"/>
              <a:defRPr sz="4000"/>
            </a:lvl9pPr>
          </a:lstStyle>
          <a:p>
            <a:endParaRPr/>
          </a:p>
        </p:txBody>
      </p:sp>
      <p:sp>
        <p:nvSpPr>
          <p:cNvPr id="42" name="Google Shape;42;p7"/>
          <p:cNvSpPr txBox="1">
            <a:spLocks noGrp="1"/>
          </p:cNvSpPr>
          <p:nvPr>
            <p:ph type="dt" idx="10"/>
          </p:nvPr>
        </p:nvSpPr>
        <p:spPr>
          <a:xfrm>
            <a:off x="1079979" y="30029343"/>
            <a:ext cx="5039889" cy="1724962"/>
          </a:xfrm>
          <a:prstGeom prst="rect">
            <a:avLst/>
          </a:prstGeom>
          <a:noFill/>
          <a:ln>
            <a:noFill/>
          </a:ln>
        </p:spPr>
        <p:txBody>
          <a:bodyPr spcFirstLastPara="1" wrap="square" lIns="226300" tIns="113150" rIns="226300" bIns="1131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7379839" y="30029343"/>
            <a:ext cx="6839849" cy="1724962"/>
          </a:xfrm>
          <a:prstGeom prst="rect">
            <a:avLst/>
          </a:prstGeom>
          <a:noFill/>
          <a:ln>
            <a:noFill/>
          </a:ln>
        </p:spPr>
        <p:txBody>
          <a:bodyPr spcFirstLastPara="1" wrap="square" lIns="226300" tIns="113150" rIns="226300" bIns="1131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15479661" y="30029343"/>
            <a:ext cx="5039889" cy="1724962"/>
          </a:xfrm>
          <a:prstGeom prst="rect">
            <a:avLst/>
          </a:prstGeom>
          <a:noFill/>
          <a:ln>
            <a:noFill/>
          </a:ln>
        </p:spPr>
        <p:txBody>
          <a:bodyPr spcFirstLastPara="1" wrap="square" lIns="226300" tIns="113150" rIns="226300" bIns="1131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ólo el título"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1079977" y="1297473"/>
            <a:ext cx="19439573" cy="5399882"/>
          </a:xfrm>
          <a:prstGeom prst="rect">
            <a:avLst/>
          </a:prstGeom>
          <a:noFill/>
          <a:ln>
            <a:noFill/>
          </a:ln>
        </p:spPr>
        <p:txBody>
          <a:bodyPr spcFirstLastPara="1" wrap="square" lIns="226300" tIns="113150" rIns="226300" bIns="1131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1079979" y="30029343"/>
            <a:ext cx="5039889" cy="1724962"/>
          </a:xfrm>
          <a:prstGeom prst="rect">
            <a:avLst/>
          </a:prstGeom>
          <a:noFill/>
          <a:ln>
            <a:noFill/>
          </a:ln>
        </p:spPr>
        <p:txBody>
          <a:bodyPr spcFirstLastPara="1" wrap="square" lIns="226300" tIns="113150" rIns="226300" bIns="1131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7379839" y="30029343"/>
            <a:ext cx="6839849" cy="1724962"/>
          </a:xfrm>
          <a:prstGeom prst="rect">
            <a:avLst/>
          </a:prstGeom>
          <a:noFill/>
          <a:ln>
            <a:noFill/>
          </a:ln>
        </p:spPr>
        <p:txBody>
          <a:bodyPr spcFirstLastPara="1" wrap="square" lIns="226300" tIns="113150" rIns="226300" bIns="1131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15479661" y="30029343"/>
            <a:ext cx="5039889" cy="1724962"/>
          </a:xfrm>
          <a:prstGeom prst="rect">
            <a:avLst/>
          </a:prstGeom>
          <a:noFill/>
          <a:ln>
            <a:noFill/>
          </a:ln>
        </p:spPr>
        <p:txBody>
          <a:bodyPr spcFirstLastPara="1" wrap="square" lIns="226300" tIns="113150" rIns="226300" bIns="1131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1079979" y="30029343"/>
            <a:ext cx="5039889" cy="1724962"/>
          </a:xfrm>
          <a:prstGeom prst="rect">
            <a:avLst/>
          </a:prstGeom>
          <a:noFill/>
          <a:ln>
            <a:noFill/>
          </a:ln>
        </p:spPr>
        <p:txBody>
          <a:bodyPr spcFirstLastPara="1" wrap="square" lIns="226300" tIns="113150" rIns="226300" bIns="1131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7379839" y="30029343"/>
            <a:ext cx="6839849" cy="1724962"/>
          </a:xfrm>
          <a:prstGeom prst="rect">
            <a:avLst/>
          </a:prstGeom>
          <a:noFill/>
          <a:ln>
            <a:noFill/>
          </a:ln>
        </p:spPr>
        <p:txBody>
          <a:bodyPr spcFirstLastPara="1" wrap="square" lIns="226300" tIns="113150" rIns="226300" bIns="1131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15479661" y="30029343"/>
            <a:ext cx="5039889" cy="1724962"/>
          </a:xfrm>
          <a:prstGeom prst="rect">
            <a:avLst/>
          </a:prstGeom>
          <a:noFill/>
          <a:ln>
            <a:noFill/>
          </a:ln>
        </p:spPr>
        <p:txBody>
          <a:bodyPr spcFirstLastPara="1" wrap="square" lIns="226300" tIns="113150" rIns="226300" bIns="1131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1079980" y="1289972"/>
            <a:ext cx="7106095" cy="5489880"/>
          </a:xfrm>
          <a:prstGeom prst="rect">
            <a:avLst/>
          </a:prstGeom>
          <a:noFill/>
          <a:ln>
            <a:noFill/>
          </a:ln>
        </p:spPr>
        <p:txBody>
          <a:bodyPr spcFirstLastPara="1" wrap="square" lIns="226300" tIns="113150" rIns="226300" bIns="113150" anchor="b" anchorCtr="0">
            <a:normAutofit/>
          </a:bodyPr>
          <a:lstStyle>
            <a:lvl1pPr lvl="0" algn="l">
              <a:spcBef>
                <a:spcPts val="0"/>
              </a:spcBef>
              <a:spcAft>
                <a:spcPts val="0"/>
              </a:spcAft>
              <a:buClr>
                <a:schemeClr val="dk1"/>
              </a:buClr>
              <a:buSzPts val="4900"/>
              <a:buFont typeface="Calibri"/>
              <a:buNone/>
              <a:defRPr sz="49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8444813" y="1289975"/>
            <a:ext cx="12074735" cy="27651895"/>
          </a:xfrm>
          <a:prstGeom prst="rect">
            <a:avLst/>
          </a:prstGeom>
          <a:noFill/>
          <a:ln>
            <a:noFill/>
          </a:ln>
        </p:spPr>
        <p:txBody>
          <a:bodyPr spcFirstLastPara="1" wrap="square" lIns="226300" tIns="113150" rIns="226300" bIns="113150" anchor="t" anchorCtr="0">
            <a:normAutofit/>
          </a:bodyPr>
          <a:lstStyle>
            <a:lvl1pPr marL="457200" lvl="0" indent="-730250" algn="l">
              <a:spcBef>
                <a:spcPts val="1580"/>
              </a:spcBef>
              <a:spcAft>
                <a:spcPts val="0"/>
              </a:spcAft>
              <a:buClr>
                <a:schemeClr val="dk1"/>
              </a:buClr>
              <a:buSzPts val="7900"/>
              <a:buChar char="•"/>
              <a:defRPr sz="7900"/>
            </a:lvl1pPr>
            <a:lvl2pPr marL="914400" lvl="1" indent="-666750" algn="l">
              <a:spcBef>
                <a:spcPts val="1380"/>
              </a:spcBef>
              <a:spcAft>
                <a:spcPts val="0"/>
              </a:spcAft>
              <a:buClr>
                <a:schemeClr val="dk1"/>
              </a:buClr>
              <a:buSzPts val="6900"/>
              <a:buChar char="–"/>
              <a:defRPr sz="6900"/>
            </a:lvl2pPr>
            <a:lvl3pPr marL="1371600" lvl="2" indent="-603250" algn="l">
              <a:spcBef>
                <a:spcPts val="1180"/>
              </a:spcBef>
              <a:spcAft>
                <a:spcPts val="0"/>
              </a:spcAft>
              <a:buClr>
                <a:schemeClr val="dk1"/>
              </a:buClr>
              <a:buSzPts val="5900"/>
              <a:buChar char="•"/>
              <a:defRPr sz="5900"/>
            </a:lvl3pPr>
            <a:lvl4pPr marL="1828800" lvl="3" indent="-539750" algn="l">
              <a:spcBef>
                <a:spcPts val="980"/>
              </a:spcBef>
              <a:spcAft>
                <a:spcPts val="0"/>
              </a:spcAft>
              <a:buClr>
                <a:schemeClr val="dk1"/>
              </a:buClr>
              <a:buSzPts val="4900"/>
              <a:buChar char="–"/>
              <a:defRPr sz="4900"/>
            </a:lvl4pPr>
            <a:lvl5pPr marL="2286000" lvl="4" indent="-539750" algn="l">
              <a:spcBef>
                <a:spcPts val="980"/>
              </a:spcBef>
              <a:spcAft>
                <a:spcPts val="0"/>
              </a:spcAft>
              <a:buClr>
                <a:schemeClr val="dk1"/>
              </a:buClr>
              <a:buSzPts val="4900"/>
              <a:buChar char="»"/>
              <a:defRPr sz="4900"/>
            </a:lvl5pPr>
            <a:lvl6pPr marL="2743200" lvl="5" indent="-539750" algn="l">
              <a:spcBef>
                <a:spcPts val="980"/>
              </a:spcBef>
              <a:spcAft>
                <a:spcPts val="0"/>
              </a:spcAft>
              <a:buClr>
                <a:schemeClr val="dk1"/>
              </a:buClr>
              <a:buSzPts val="4900"/>
              <a:buChar char="•"/>
              <a:defRPr sz="4900"/>
            </a:lvl6pPr>
            <a:lvl7pPr marL="3200400" lvl="6" indent="-539750" algn="l">
              <a:spcBef>
                <a:spcPts val="980"/>
              </a:spcBef>
              <a:spcAft>
                <a:spcPts val="0"/>
              </a:spcAft>
              <a:buClr>
                <a:schemeClr val="dk1"/>
              </a:buClr>
              <a:buSzPts val="4900"/>
              <a:buChar char="•"/>
              <a:defRPr sz="4900"/>
            </a:lvl7pPr>
            <a:lvl8pPr marL="3657600" lvl="7" indent="-539750" algn="l">
              <a:spcBef>
                <a:spcPts val="980"/>
              </a:spcBef>
              <a:spcAft>
                <a:spcPts val="0"/>
              </a:spcAft>
              <a:buClr>
                <a:schemeClr val="dk1"/>
              </a:buClr>
              <a:buSzPts val="4900"/>
              <a:buChar char="•"/>
              <a:defRPr sz="4900"/>
            </a:lvl8pPr>
            <a:lvl9pPr marL="4114800" lvl="8" indent="-539750" algn="l">
              <a:spcBef>
                <a:spcPts val="980"/>
              </a:spcBef>
              <a:spcAft>
                <a:spcPts val="0"/>
              </a:spcAft>
              <a:buClr>
                <a:schemeClr val="dk1"/>
              </a:buClr>
              <a:buSzPts val="4900"/>
              <a:buChar char="•"/>
              <a:defRPr sz="4900"/>
            </a:lvl9pPr>
          </a:lstStyle>
          <a:p>
            <a:endParaRPr/>
          </a:p>
        </p:txBody>
      </p:sp>
      <p:sp>
        <p:nvSpPr>
          <p:cNvPr id="57" name="Google Shape;57;p10"/>
          <p:cNvSpPr txBox="1">
            <a:spLocks noGrp="1"/>
          </p:cNvSpPr>
          <p:nvPr>
            <p:ph type="body" idx="2"/>
          </p:nvPr>
        </p:nvSpPr>
        <p:spPr>
          <a:xfrm>
            <a:off x="1079980" y="6779855"/>
            <a:ext cx="7106095" cy="22162016"/>
          </a:xfrm>
          <a:prstGeom prst="rect">
            <a:avLst/>
          </a:prstGeom>
          <a:noFill/>
          <a:ln>
            <a:noFill/>
          </a:ln>
        </p:spPr>
        <p:txBody>
          <a:bodyPr spcFirstLastPara="1" wrap="square" lIns="226300" tIns="113150" rIns="226300" bIns="113150" anchor="t" anchorCtr="0">
            <a:normAutofit/>
          </a:bodyPr>
          <a:lstStyle>
            <a:lvl1pPr marL="457200" lvl="0" indent="-228600" algn="l">
              <a:spcBef>
                <a:spcPts val="700"/>
              </a:spcBef>
              <a:spcAft>
                <a:spcPts val="0"/>
              </a:spcAft>
              <a:buClr>
                <a:schemeClr val="dk1"/>
              </a:buClr>
              <a:buSzPts val="3500"/>
              <a:buNone/>
              <a:defRPr sz="3500"/>
            </a:lvl1pPr>
            <a:lvl2pPr marL="914400" lvl="1" indent="-228600" algn="l">
              <a:spcBef>
                <a:spcPts val="600"/>
              </a:spcBef>
              <a:spcAft>
                <a:spcPts val="0"/>
              </a:spcAft>
              <a:buClr>
                <a:schemeClr val="dk1"/>
              </a:buClr>
              <a:buSzPts val="3000"/>
              <a:buNone/>
              <a:defRPr sz="3000"/>
            </a:lvl2pPr>
            <a:lvl3pPr marL="1371600" lvl="2" indent="-228600" algn="l">
              <a:spcBef>
                <a:spcPts val="500"/>
              </a:spcBef>
              <a:spcAft>
                <a:spcPts val="0"/>
              </a:spcAft>
              <a:buClr>
                <a:schemeClr val="dk1"/>
              </a:buClr>
              <a:buSzPts val="2500"/>
              <a:buNone/>
              <a:defRPr sz="2500"/>
            </a:lvl3pPr>
            <a:lvl4pPr marL="1828800" lvl="3" indent="-228600" algn="l">
              <a:spcBef>
                <a:spcPts val="440"/>
              </a:spcBef>
              <a:spcAft>
                <a:spcPts val="0"/>
              </a:spcAft>
              <a:buClr>
                <a:schemeClr val="dk1"/>
              </a:buClr>
              <a:buSzPts val="2200"/>
              <a:buNone/>
              <a:defRPr sz="2200"/>
            </a:lvl4pPr>
            <a:lvl5pPr marL="2286000" lvl="4" indent="-228600" algn="l">
              <a:spcBef>
                <a:spcPts val="440"/>
              </a:spcBef>
              <a:spcAft>
                <a:spcPts val="0"/>
              </a:spcAft>
              <a:buClr>
                <a:schemeClr val="dk1"/>
              </a:buClr>
              <a:buSzPts val="2200"/>
              <a:buNone/>
              <a:defRPr sz="2200"/>
            </a:lvl5pPr>
            <a:lvl6pPr marL="2743200" lvl="5" indent="-228600" algn="l">
              <a:spcBef>
                <a:spcPts val="440"/>
              </a:spcBef>
              <a:spcAft>
                <a:spcPts val="0"/>
              </a:spcAft>
              <a:buClr>
                <a:schemeClr val="dk1"/>
              </a:buClr>
              <a:buSzPts val="2200"/>
              <a:buNone/>
              <a:defRPr sz="2200"/>
            </a:lvl6pPr>
            <a:lvl7pPr marL="3200400" lvl="6" indent="-228600" algn="l">
              <a:spcBef>
                <a:spcPts val="440"/>
              </a:spcBef>
              <a:spcAft>
                <a:spcPts val="0"/>
              </a:spcAft>
              <a:buClr>
                <a:schemeClr val="dk1"/>
              </a:buClr>
              <a:buSzPts val="2200"/>
              <a:buNone/>
              <a:defRPr sz="2200"/>
            </a:lvl7pPr>
            <a:lvl8pPr marL="3657600" lvl="7" indent="-228600" algn="l">
              <a:spcBef>
                <a:spcPts val="440"/>
              </a:spcBef>
              <a:spcAft>
                <a:spcPts val="0"/>
              </a:spcAft>
              <a:buClr>
                <a:schemeClr val="dk1"/>
              </a:buClr>
              <a:buSzPts val="2200"/>
              <a:buNone/>
              <a:defRPr sz="2200"/>
            </a:lvl8pPr>
            <a:lvl9pPr marL="4114800" lvl="8" indent="-228600" algn="l">
              <a:spcBef>
                <a:spcPts val="440"/>
              </a:spcBef>
              <a:spcAft>
                <a:spcPts val="0"/>
              </a:spcAft>
              <a:buClr>
                <a:schemeClr val="dk1"/>
              </a:buClr>
              <a:buSzPts val="2200"/>
              <a:buNone/>
              <a:defRPr sz="2200"/>
            </a:lvl9pPr>
          </a:lstStyle>
          <a:p>
            <a:endParaRPr/>
          </a:p>
        </p:txBody>
      </p:sp>
      <p:sp>
        <p:nvSpPr>
          <p:cNvPr id="58" name="Google Shape;58;p10"/>
          <p:cNvSpPr txBox="1">
            <a:spLocks noGrp="1"/>
          </p:cNvSpPr>
          <p:nvPr>
            <p:ph type="dt" idx="10"/>
          </p:nvPr>
        </p:nvSpPr>
        <p:spPr>
          <a:xfrm>
            <a:off x="1079979" y="30029343"/>
            <a:ext cx="5039889" cy="1724962"/>
          </a:xfrm>
          <a:prstGeom prst="rect">
            <a:avLst/>
          </a:prstGeom>
          <a:noFill/>
          <a:ln>
            <a:noFill/>
          </a:ln>
        </p:spPr>
        <p:txBody>
          <a:bodyPr spcFirstLastPara="1" wrap="square" lIns="226300" tIns="113150" rIns="226300" bIns="1131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7379839" y="30029343"/>
            <a:ext cx="6839849" cy="1724962"/>
          </a:xfrm>
          <a:prstGeom prst="rect">
            <a:avLst/>
          </a:prstGeom>
          <a:noFill/>
          <a:ln>
            <a:noFill/>
          </a:ln>
        </p:spPr>
        <p:txBody>
          <a:bodyPr spcFirstLastPara="1" wrap="square" lIns="226300" tIns="113150" rIns="226300" bIns="1131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15479661" y="30029343"/>
            <a:ext cx="5039889" cy="1724962"/>
          </a:xfrm>
          <a:prstGeom prst="rect">
            <a:avLst/>
          </a:prstGeom>
          <a:noFill/>
          <a:ln>
            <a:noFill/>
          </a:ln>
        </p:spPr>
        <p:txBody>
          <a:bodyPr spcFirstLastPara="1" wrap="square" lIns="226300" tIns="113150" rIns="226300" bIns="1131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4233657" y="22679503"/>
            <a:ext cx="12959715" cy="2677443"/>
          </a:xfrm>
          <a:prstGeom prst="rect">
            <a:avLst/>
          </a:prstGeom>
          <a:noFill/>
          <a:ln>
            <a:noFill/>
          </a:ln>
        </p:spPr>
        <p:txBody>
          <a:bodyPr spcFirstLastPara="1" wrap="square" lIns="226300" tIns="113150" rIns="226300" bIns="113150" anchor="b" anchorCtr="0">
            <a:normAutofit/>
          </a:bodyPr>
          <a:lstStyle>
            <a:lvl1pPr lvl="0" algn="l">
              <a:spcBef>
                <a:spcPts val="0"/>
              </a:spcBef>
              <a:spcAft>
                <a:spcPts val="0"/>
              </a:spcAft>
              <a:buClr>
                <a:schemeClr val="dk1"/>
              </a:buClr>
              <a:buSzPts val="4900"/>
              <a:buFont typeface="Calibri"/>
              <a:buNone/>
              <a:defRPr sz="49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4233657" y="2894937"/>
            <a:ext cx="12959715" cy="19439573"/>
          </a:xfrm>
          <a:prstGeom prst="rect">
            <a:avLst/>
          </a:prstGeom>
          <a:noFill/>
          <a:ln>
            <a:noFill/>
          </a:ln>
        </p:spPr>
      </p:sp>
      <p:sp>
        <p:nvSpPr>
          <p:cNvPr id="64" name="Google Shape;64;p11"/>
          <p:cNvSpPr txBox="1">
            <a:spLocks noGrp="1"/>
          </p:cNvSpPr>
          <p:nvPr>
            <p:ph type="body" idx="1"/>
          </p:nvPr>
        </p:nvSpPr>
        <p:spPr>
          <a:xfrm>
            <a:off x="4233657" y="25356946"/>
            <a:ext cx="12959715" cy="3802414"/>
          </a:xfrm>
          <a:prstGeom prst="rect">
            <a:avLst/>
          </a:prstGeom>
          <a:noFill/>
          <a:ln>
            <a:noFill/>
          </a:ln>
        </p:spPr>
        <p:txBody>
          <a:bodyPr spcFirstLastPara="1" wrap="square" lIns="226300" tIns="113150" rIns="226300" bIns="113150" anchor="t" anchorCtr="0">
            <a:normAutofit/>
          </a:bodyPr>
          <a:lstStyle>
            <a:lvl1pPr marL="457200" lvl="0" indent="-228600" algn="l">
              <a:spcBef>
                <a:spcPts val="700"/>
              </a:spcBef>
              <a:spcAft>
                <a:spcPts val="0"/>
              </a:spcAft>
              <a:buClr>
                <a:schemeClr val="dk1"/>
              </a:buClr>
              <a:buSzPts val="3500"/>
              <a:buNone/>
              <a:defRPr sz="3500"/>
            </a:lvl1pPr>
            <a:lvl2pPr marL="914400" lvl="1" indent="-228600" algn="l">
              <a:spcBef>
                <a:spcPts val="600"/>
              </a:spcBef>
              <a:spcAft>
                <a:spcPts val="0"/>
              </a:spcAft>
              <a:buClr>
                <a:schemeClr val="dk1"/>
              </a:buClr>
              <a:buSzPts val="3000"/>
              <a:buNone/>
              <a:defRPr sz="3000"/>
            </a:lvl2pPr>
            <a:lvl3pPr marL="1371600" lvl="2" indent="-228600" algn="l">
              <a:spcBef>
                <a:spcPts val="500"/>
              </a:spcBef>
              <a:spcAft>
                <a:spcPts val="0"/>
              </a:spcAft>
              <a:buClr>
                <a:schemeClr val="dk1"/>
              </a:buClr>
              <a:buSzPts val="2500"/>
              <a:buNone/>
              <a:defRPr sz="2500"/>
            </a:lvl3pPr>
            <a:lvl4pPr marL="1828800" lvl="3" indent="-228600" algn="l">
              <a:spcBef>
                <a:spcPts val="440"/>
              </a:spcBef>
              <a:spcAft>
                <a:spcPts val="0"/>
              </a:spcAft>
              <a:buClr>
                <a:schemeClr val="dk1"/>
              </a:buClr>
              <a:buSzPts val="2200"/>
              <a:buNone/>
              <a:defRPr sz="2200"/>
            </a:lvl4pPr>
            <a:lvl5pPr marL="2286000" lvl="4" indent="-228600" algn="l">
              <a:spcBef>
                <a:spcPts val="440"/>
              </a:spcBef>
              <a:spcAft>
                <a:spcPts val="0"/>
              </a:spcAft>
              <a:buClr>
                <a:schemeClr val="dk1"/>
              </a:buClr>
              <a:buSzPts val="2200"/>
              <a:buNone/>
              <a:defRPr sz="2200"/>
            </a:lvl5pPr>
            <a:lvl6pPr marL="2743200" lvl="5" indent="-228600" algn="l">
              <a:spcBef>
                <a:spcPts val="440"/>
              </a:spcBef>
              <a:spcAft>
                <a:spcPts val="0"/>
              </a:spcAft>
              <a:buClr>
                <a:schemeClr val="dk1"/>
              </a:buClr>
              <a:buSzPts val="2200"/>
              <a:buNone/>
              <a:defRPr sz="2200"/>
            </a:lvl6pPr>
            <a:lvl7pPr marL="3200400" lvl="6" indent="-228600" algn="l">
              <a:spcBef>
                <a:spcPts val="440"/>
              </a:spcBef>
              <a:spcAft>
                <a:spcPts val="0"/>
              </a:spcAft>
              <a:buClr>
                <a:schemeClr val="dk1"/>
              </a:buClr>
              <a:buSzPts val="2200"/>
              <a:buNone/>
              <a:defRPr sz="2200"/>
            </a:lvl7pPr>
            <a:lvl8pPr marL="3657600" lvl="7" indent="-228600" algn="l">
              <a:spcBef>
                <a:spcPts val="440"/>
              </a:spcBef>
              <a:spcAft>
                <a:spcPts val="0"/>
              </a:spcAft>
              <a:buClr>
                <a:schemeClr val="dk1"/>
              </a:buClr>
              <a:buSzPts val="2200"/>
              <a:buNone/>
              <a:defRPr sz="2200"/>
            </a:lvl8pPr>
            <a:lvl9pPr marL="4114800" lvl="8" indent="-228600" algn="l">
              <a:spcBef>
                <a:spcPts val="440"/>
              </a:spcBef>
              <a:spcAft>
                <a:spcPts val="0"/>
              </a:spcAft>
              <a:buClr>
                <a:schemeClr val="dk1"/>
              </a:buClr>
              <a:buSzPts val="2200"/>
              <a:buNone/>
              <a:defRPr sz="2200"/>
            </a:lvl9pPr>
          </a:lstStyle>
          <a:p>
            <a:endParaRPr/>
          </a:p>
        </p:txBody>
      </p:sp>
      <p:sp>
        <p:nvSpPr>
          <p:cNvPr id="65" name="Google Shape;65;p11"/>
          <p:cNvSpPr txBox="1">
            <a:spLocks noGrp="1"/>
          </p:cNvSpPr>
          <p:nvPr>
            <p:ph type="dt" idx="10"/>
          </p:nvPr>
        </p:nvSpPr>
        <p:spPr>
          <a:xfrm>
            <a:off x="1079979" y="30029343"/>
            <a:ext cx="5039889" cy="1724962"/>
          </a:xfrm>
          <a:prstGeom prst="rect">
            <a:avLst/>
          </a:prstGeom>
          <a:noFill/>
          <a:ln>
            <a:noFill/>
          </a:ln>
        </p:spPr>
        <p:txBody>
          <a:bodyPr spcFirstLastPara="1" wrap="square" lIns="226300" tIns="113150" rIns="226300" bIns="1131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7379839" y="30029343"/>
            <a:ext cx="6839849" cy="1724962"/>
          </a:xfrm>
          <a:prstGeom prst="rect">
            <a:avLst/>
          </a:prstGeom>
          <a:noFill/>
          <a:ln>
            <a:noFill/>
          </a:ln>
        </p:spPr>
        <p:txBody>
          <a:bodyPr spcFirstLastPara="1" wrap="square" lIns="226300" tIns="113150" rIns="226300" bIns="1131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15479661" y="30029343"/>
            <a:ext cx="5039889" cy="1724962"/>
          </a:xfrm>
          <a:prstGeom prst="rect">
            <a:avLst/>
          </a:prstGeom>
          <a:noFill/>
          <a:ln>
            <a:noFill/>
          </a:ln>
        </p:spPr>
        <p:txBody>
          <a:bodyPr spcFirstLastPara="1" wrap="square" lIns="226300" tIns="113150" rIns="226300" bIns="1131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1079977" y="1297473"/>
            <a:ext cx="19439573" cy="5399882"/>
          </a:xfrm>
          <a:prstGeom prst="rect">
            <a:avLst/>
          </a:prstGeom>
          <a:noFill/>
          <a:ln>
            <a:noFill/>
          </a:ln>
        </p:spPr>
        <p:txBody>
          <a:bodyPr spcFirstLastPara="1" wrap="square" lIns="226300" tIns="113150" rIns="226300" bIns="1131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108748" y="8531067"/>
            <a:ext cx="21382031" cy="19439573"/>
          </a:xfrm>
          <a:prstGeom prst="rect">
            <a:avLst/>
          </a:prstGeom>
          <a:noFill/>
          <a:ln>
            <a:noFill/>
          </a:ln>
        </p:spPr>
        <p:txBody>
          <a:bodyPr spcFirstLastPara="1" wrap="square" lIns="226300" tIns="113150" rIns="226300" bIns="11315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1079979" y="30029343"/>
            <a:ext cx="5039889" cy="1724962"/>
          </a:xfrm>
          <a:prstGeom prst="rect">
            <a:avLst/>
          </a:prstGeom>
          <a:noFill/>
          <a:ln>
            <a:noFill/>
          </a:ln>
        </p:spPr>
        <p:txBody>
          <a:bodyPr spcFirstLastPara="1" wrap="square" lIns="226300" tIns="113150" rIns="226300" bIns="1131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7379839" y="30029343"/>
            <a:ext cx="6839849" cy="1724962"/>
          </a:xfrm>
          <a:prstGeom prst="rect">
            <a:avLst/>
          </a:prstGeom>
          <a:noFill/>
          <a:ln>
            <a:noFill/>
          </a:ln>
        </p:spPr>
        <p:txBody>
          <a:bodyPr spcFirstLastPara="1" wrap="square" lIns="226300" tIns="113150" rIns="226300" bIns="1131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15479661" y="30029343"/>
            <a:ext cx="5039889" cy="1724962"/>
          </a:xfrm>
          <a:prstGeom prst="rect">
            <a:avLst/>
          </a:prstGeom>
          <a:noFill/>
          <a:ln>
            <a:noFill/>
          </a:ln>
        </p:spPr>
        <p:txBody>
          <a:bodyPr spcFirstLastPara="1" wrap="square" lIns="226300" tIns="113150" rIns="226300" bIns="1131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15104669" y="47282714"/>
            <a:ext cx="94325430" cy="8609810"/>
          </a:xfrm>
          <a:prstGeom prst="rect">
            <a:avLst/>
          </a:prstGeom>
          <a:noFill/>
          <a:ln>
            <a:noFill/>
          </a:ln>
        </p:spPr>
        <p:txBody>
          <a:bodyPr spcFirstLastPara="1" wrap="square" lIns="226300" tIns="113150" rIns="226300" bIns="11315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32509907" y="38847274"/>
            <a:ext cx="94325430" cy="25480691"/>
          </a:xfrm>
          <a:prstGeom prst="rect">
            <a:avLst/>
          </a:prstGeom>
          <a:noFill/>
          <a:ln>
            <a:noFill/>
          </a:ln>
        </p:spPr>
        <p:txBody>
          <a:bodyPr spcFirstLastPara="1" wrap="square" lIns="226300" tIns="113150" rIns="226300" bIns="11315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1079979" y="30029343"/>
            <a:ext cx="5039889" cy="1724962"/>
          </a:xfrm>
          <a:prstGeom prst="rect">
            <a:avLst/>
          </a:prstGeom>
          <a:noFill/>
          <a:ln>
            <a:noFill/>
          </a:ln>
        </p:spPr>
        <p:txBody>
          <a:bodyPr spcFirstLastPara="1" wrap="square" lIns="226300" tIns="113150" rIns="226300" bIns="1131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7379839" y="30029343"/>
            <a:ext cx="6839849" cy="1724962"/>
          </a:xfrm>
          <a:prstGeom prst="rect">
            <a:avLst/>
          </a:prstGeom>
          <a:noFill/>
          <a:ln>
            <a:noFill/>
          </a:ln>
        </p:spPr>
        <p:txBody>
          <a:bodyPr spcFirstLastPara="1" wrap="square" lIns="226300" tIns="113150" rIns="226300" bIns="1131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15479661" y="30029343"/>
            <a:ext cx="5039889" cy="1724962"/>
          </a:xfrm>
          <a:prstGeom prst="rect">
            <a:avLst/>
          </a:prstGeom>
          <a:noFill/>
          <a:ln>
            <a:noFill/>
          </a:ln>
        </p:spPr>
        <p:txBody>
          <a:bodyPr spcFirstLastPara="1" wrap="square" lIns="226300" tIns="113150" rIns="226300" bIns="1131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4F8FB">
                <a:alpha val="41176"/>
              </a:srgbClr>
            </a:gs>
            <a:gs pos="4000">
              <a:srgbClr val="F4F8FB">
                <a:alpha val="41176"/>
              </a:srgbClr>
            </a:gs>
            <a:gs pos="22000">
              <a:srgbClr val="FFFF66"/>
            </a:gs>
            <a:gs pos="49000">
              <a:srgbClr val="66FF66"/>
            </a:gs>
            <a:gs pos="74000">
              <a:srgbClr val="0099FF"/>
            </a:gs>
            <a:gs pos="99000">
              <a:srgbClr val="17365D"/>
            </a:gs>
            <a:gs pos="100000">
              <a:srgbClr val="17365D"/>
            </a:gs>
          </a:gsLst>
          <a:path path="circle">
            <a:fillToRect r="100000" b="100000"/>
          </a:path>
          <a:tileRect l="-100000" t="-100000"/>
        </a:gra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1079977" y="1297473"/>
            <a:ext cx="19439573" cy="5399882"/>
          </a:xfrm>
          <a:prstGeom prst="rect">
            <a:avLst/>
          </a:prstGeom>
          <a:noFill/>
          <a:ln>
            <a:noFill/>
          </a:ln>
        </p:spPr>
        <p:txBody>
          <a:bodyPr spcFirstLastPara="1" wrap="square" lIns="226300" tIns="113150" rIns="226300" bIns="113150" anchor="ctr" anchorCtr="0">
            <a:normAutofit/>
          </a:bodyPr>
          <a:lstStyle>
            <a:lvl1pPr marR="0" lvl="0" algn="ctr" rtl="0">
              <a:spcBef>
                <a:spcPts val="0"/>
              </a:spcBef>
              <a:spcAft>
                <a:spcPts val="0"/>
              </a:spcAft>
              <a:buClr>
                <a:schemeClr val="dk1"/>
              </a:buClr>
              <a:buSzPts val="10900"/>
              <a:buFont typeface="Calibri"/>
              <a:buNone/>
              <a:defRPr sz="109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1079977" y="7559838"/>
            <a:ext cx="19439573" cy="21382031"/>
          </a:xfrm>
          <a:prstGeom prst="rect">
            <a:avLst/>
          </a:prstGeom>
          <a:noFill/>
          <a:ln>
            <a:noFill/>
          </a:ln>
        </p:spPr>
        <p:txBody>
          <a:bodyPr spcFirstLastPara="1" wrap="square" lIns="226300" tIns="113150" rIns="226300" bIns="113150" anchor="t" anchorCtr="0">
            <a:normAutofit/>
          </a:bodyPr>
          <a:lstStyle>
            <a:lvl1pPr marL="457200" marR="0" lvl="0" indent="-730250" algn="l" rtl="0">
              <a:spcBef>
                <a:spcPts val="1580"/>
              </a:spcBef>
              <a:spcAft>
                <a:spcPts val="0"/>
              </a:spcAft>
              <a:buClr>
                <a:schemeClr val="dk1"/>
              </a:buClr>
              <a:buSzPts val="7900"/>
              <a:buFont typeface="Arial"/>
              <a:buChar char="•"/>
              <a:defRPr sz="7900" b="0" i="0" u="none" strike="noStrike" cap="none">
                <a:solidFill>
                  <a:schemeClr val="dk1"/>
                </a:solidFill>
                <a:latin typeface="Calibri"/>
                <a:ea typeface="Calibri"/>
                <a:cs typeface="Calibri"/>
                <a:sym typeface="Calibri"/>
              </a:defRPr>
            </a:lvl1pPr>
            <a:lvl2pPr marL="914400" marR="0" lvl="1" indent="-666750" algn="l" rtl="0">
              <a:spcBef>
                <a:spcPts val="1380"/>
              </a:spcBef>
              <a:spcAft>
                <a:spcPts val="0"/>
              </a:spcAft>
              <a:buClr>
                <a:schemeClr val="dk1"/>
              </a:buClr>
              <a:buSzPts val="6900"/>
              <a:buFont typeface="Arial"/>
              <a:buChar char="–"/>
              <a:defRPr sz="6900" b="0" i="0" u="none" strike="noStrike" cap="none">
                <a:solidFill>
                  <a:schemeClr val="dk1"/>
                </a:solidFill>
                <a:latin typeface="Calibri"/>
                <a:ea typeface="Calibri"/>
                <a:cs typeface="Calibri"/>
                <a:sym typeface="Calibri"/>
              </a:defRPr>
            </a:lvl2pPr>
            <a:lvl3pPr marL="1371600" marR="0" lvl="2" indent="-603250" algn="l" rtl="0">
              <a:spcBef>
                <a:spcPts val="1180"/>
              </a:spcBef>
              <a:spcAft>
                <a:spcPts val="0"/>
              </a:spcAft>
              <a:buClr>
                <a:schemeClr val="dk1"/>
              </a:buClr>
              <a:buSzPts val="5900"/>
              <a:buFont typeface="Arial"/>
              <a:buChar char="•"/>
              <a:defRPr sz="5900" b="0" i="0" u="none" strike="noStrike" cap="none">
                <a:solidFill>
                  <a:schemeClr val="dk1"/>
                </a:solidFill>
                <a:latin typeface="Calibri"/>
                <a:ea typeface="Calibri"/>
                <a:cs typeface="Calibri"/>
                <a:sym typeface="Calibri"/>
              </a:defRPr>
            </a:lvl3pPr>
            <a:lvl4pPr marL="1828800" marR="0" lvl="3" indent="-539750" algn="l" rtl="0">
              <a:spcBef>
                <a:spcPts val="980"/>
              </a:spcBef>
              <a:spcAft>
                <a:spcPts val="0"/>
              </a:spcAft>
              <a:buClr>
                <a:schemeClr val="dk1"/>
              </a:buClr>
              <a:buSzPts val="4900"/>
              <a:buFont typeface="Arial"/>
              <a:buChar char="–"/>
              <a:defRPr sz="4900" b="0" i="0" u="none" strike="noStrike" cap="none">
                <a:solidFill>
                  <a:schemeClr val="dk1"/>
                </a:solidFill>
                <a:latin typeface="Calibri"/>
                <a:ea typeface="Calibri"/>
                <a:cs typeface="Calibri"/>
                <a:sym typeface="Calibri"/>
              </a:defRPr>
            </a:lvl4pPr>
            <a:lvl5pPr marL="2286000" marR="0" lvl="4" indent="-539750" algn="l" rtl="0">
              <a:spcBef>
                <a:spcPts val="980"/>
              </a:spcBef>
              <a:spcAft>
                <a:spcPts val="0"/>
              </a:spcAft>
              <a:buClr>
                <a:schemeClr val="dk1"/>
              </a:buClr>
              <a:buSzPts val="4900"/>
              <a:buFont typeface="Arial"/>
              <a:buChar char="»"/>
              <a:defRPr sz="4900" b="0" i="0" u="none" strike="noStrike" cap="none">
                <a:solidFill>
                  <a:schemeClr val="dk1"/>
                </a:solidFill>
                <a:latin typeface="Calibri"/>
                <a:ea typeface="Calibri"/>
                <a:cs typeface="Calibri"/>
                <a:sym typeface="Calibri"/>
              </a:defRPr>
            </a:lvl5pPr>
            <a:lvl6pPr marL="2743200" marR="0" lvl="5" indent="-539750" algn="l" rtl="0">
              <a:spcBef>
                <a:spcPts val="980"/>
              </a:spcBef>
              <a:spcAft>
                <a:spcPts val="0"/>
              </a:spcAft>
              <a:buClr>
                <a:schemeClr val="dk1"/>
              </a:buClr>
              <a:buSzPts val="4900"/>
              <a:buFont typeface="Arial"/>
              <a:buChar char="•"/>
              <a:defRPr sz="4900" b="0" i="0" u="none" strike="noStrike" cap="none">
                <a:solidFill>
                  <a:schemeClr val="dk1"/>
                </a:solidFill>
                <a:latin typeface="Calibri"/>
                <a:ea typeface="Calibri"/>
                <a:cs typeface="Calibri"/>
                <a:sym typeface="Calibri"/>
              </a:defRPr>
            </a:lvl6pPr>
            <a:lvl7pPr marL="3200400" marR="0" lvl="6" indent="-539750" algn="l" rtl="0">
              <a:spcBef>
                <a:spcPts val="980"/>
              </a:spcBef>
              <a:spcAft>
                <a:spcPts val="0"/>
              </a:spcAft>
              <a:buClr>
                <a:schemeClr val="dk1"/>
              </a:buClr>
              <a:buSzPts val="4900"/>
              <a:buFont typeface="Arial"/>
              <a:buChar char="•"/>
              <a:defRPr sz="4900" b="0" i="0" u="none" strike="noStrike" cap="none">
                <a:solidFill>
                  <a:schemeClr val="dk1"/>
                </a:solidFill>
                <a:latin typeface="Calibri"/>
                <a:ea typeface="Calibri"/>
                <a:cs typeface="Calibri"/>
                <a:sym typeface="Calibri"/>
              </a:defRPr>
            </a:lvl7pPr>
            <a:lvl8pPr marL="3657600" marR="0" lvl="7" indent="-539750" algn="l" rtl="0">
              <a:spcBef>
                <a:spcPts val="980"/>
              </a:spcBef>
              <a:spcAft>
                <a:spcPts val="0"/>
              </a:spcAft>
              <a:buClr>
                <a:schemeClr val="dk1"/>
              </a:buClr>
              <a:buSzPts val="4900"/>
              <a:buFont typeface="Arial"/>
              <a:buChar char="•"/>
              <a:defRPr sz="4900" b="0" i="0" u="none" strike="noStrike" cap="none">
                <a:solidFill>
                  <a:schemeClr val="dk1"/>
                </a:solidFill>
                <a:latin typeface="Calibri"/>
                <a:ea typeface="Calibri"/>
                <a:cs typeface="Calibri"/>
                <a:sym typeface="Calibri"/>
              </a:defRPr>
            </a:lvl8pPr>
            <a:lvl9pPr marL="4114800" marR="0" lvl="8" indent="-539750" algn="l" rtl="0">
              <a:spcBef>
                <a:spcPts val="980"/>
              </a:spcBef>
              <a:spcAft>
                <a:spcPts val="0"/>
              </a:spcAft>
              <a:buClr>
                <a:schemeClr val="dk1"/>
              </a:buClr>
              <a:buSzPts val="4900"/>
              <a:buFont typeface="Arial"/>
              <a:buChar char="•"/>
              <a:defRPr sz="490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1079979" y="30029343"/>
            <a:ext cx="5039889" cy="1724962"/>
          </a:xfrm>
          <a:prstGeom prst="rect">
            <a:avLst/>
          </a:prstGeom>
          <a:noFill/>
          <a:ln>
            <a:noFill/>
          </a:ln>
        </p:spPr>
        <p:txBody>
          <a:bodyPr spcFirstLastPara="1" wrap="square" lIns="226300" tIns="113150" rIns="226300" bIns="113150" anchor="ctr" anchorCtr="0">
            <a:noAutofit/>
          </a:bodyPr>
          <a:lstStyle>
            <a:lvl1pPr marR="0" lvl="0" algn="l" rtl="0">
              <a:spcBef>
                <a:spcPts val="0"/>
              </a:spcBef>
              <a:spcAft>
                <a:spcPts val="0"/>
              </a:spcAft>
              <a:buSzPts val="1400"/>
              <a:buNone/>
              <a:defRPr sz="30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6426"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6426"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6426"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6426"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6426"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6426"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6426"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6426"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7379839" y="30029343"/>
            <a:ext cx="6839849" cy="1724962"/>
          </a:xfrm>
          <a:prstGeom prst="rect">
            <a:avLst/>
          </a:prstGeom>
          <a:noFill/>
          <a:ln>
            <a:noFill/>
          </a:ln>
        </p:spPr>
        <p:txBody>
          <a:bodyPr spcFirstLastPara="1" wrap="square" lIns="226300" tIns="113150" rIns="226300" bIns="113150" anchor="ctr" anchorCtr="0">
            <a:noAutofit/>
          </a:bodyPr>
          <a:lstStyle>
            <a:lvl1pPr marR="0" lvl="0" algn="ctr" rtl="0">
              <a:spcBef>
                <a:spcPts val="0"/>
              </a:spcBef>
              <a:spcAft>
                <a:spcPts val="0"/>
              </a:spcAft>
              <a:buSzPts val="1400"/>
              <a:buNone/>
              <a:defRPr sz="30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6426"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6426"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6426"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6426"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6426"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6426"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6426"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6426"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15479661" y="30029343"/>
            <a:ext cx="5039889" cy="1724962"/>
          </a:xfrm>
          <a:prstGeom prst="rect">
            <a:avLst/>
          </a:prstGeom>
          <a:noFill/>
          <a:ln>
            <a:noFill/>
          </a:ln>
        </p:spPr>
        <p:txBody>
          <a:bodyPr spcFirstLastPara="1" wrap="square" lIns="226300" tIns="113150" rIns="226300" bIns="113150" anchor="ctr" anchorCtr="0">
            <a:noAutofit/>
          </a:bodyPr>
          <a:lstStyle>
            <a:lvl1pPr marL="0" marR="0" lvl="0" indent="0" algn="r" rtl="0">
              <a:spcBef>
                <a:spcPts val="0"/>
              </a:spcBef>
              <a:buNone/>
              <a:defRPr sz="3000" b="0" i="0" u="none" strike="noStrike" cap="none">
                <a:solidFill>
                  <a:srgbClr val="888888"/>
                </a:solidFill>
                <a:latin typeface="Calibri"/>
                <a:ea typeface="Calibri"/>
                <a:cs typeface="Calibri"/>
                <a:sym typeface="Calibri"/>
              </a:defRPr>
            </a:lvl1pPr>
            <a:lvl2pPr marL="0" marR="0" lvl="1" indent="0" algn="r" rtl="0">
              <a:spcBef>
                <a:spcPts val="0"/>
              </a:spcBef>
              <a:buNone/>
              <a:defRPr sz="3000" b="0" i="0" u="none" strike="noStrike" cap="none">
                <a:solidFill>
                  <a:srgbClr val="888888"/>
                </a:solidFill>
                <a:latin typeface="Calibri"/>
                <a:ea typeface="Calibri"/>
                <a:cs typeface="Calibri"/>
                <a:sym typeface="Calibri"/>
              </a:defRPr>
            </a:lvl2pPr>
            <a:lvl3pPr marL="0" marR="0" lvl="2" indent="0" algn="r" rtl="0">
              <a:spcBef>
                <a:spcPts val="0"/>
              </a:spcBef>
              <a:buNone/>
              <a:defRPr sz="3000" b="0" i="0" u="none" strike="noStrike" cap="none">
                <a:solidFill>
                  <a:srgbClr val="888888"/>
                </a:solidFill>
                <a:latin typeface="Calibri"/>
                <a:ea typeface="Calibri"/>
                <a:cs typeface="Calibri"/>
                <a:sym typeface="Calibri"/>
              </a:defRPr>
            </a:lvl3pPr>
            <a:lvl4pPr marL="0" marR="0" lvl="3" indent="0" algn="r" rtl="0">
              <a:spcBef>
                <a:spcPts val="0"/>
              </a:spcBef>
              <a:buNone/>
              <a:defRPr sz="3000" b="0" i="0" u="none" strike="noStrike" cap="none">
                <a:solidFill>
                  <a:srgbClr val="888888"/>
                </a:solidFill>
                <a:latin typeface="Calibri"/>
                <a:ea typeface="Calibri"/>
                <a:cs typeface="Calibri"/>
                <a:sym typeface="Calibri"/>
              </a:defRPr>
            </a:lvl4pPr>
            <a:lvl5pPr marL="0" marR="0" lvl="4" indent="0" algn="r" rtl="0">
              <a:spcBef>
                <a:spcPts val="0"/>
              </a:spcBef>
              <a:buNone/>
              <a:defRPr sz="3000" b="0" i="0" u="none" strike="noStrike" cap="none">
                <a:solidFill>
                  <a:srgbClr val="888888"/>
                </a:solidFill>
                <a:latin typeface="Calibri"/>
                <a:ea typeface="Calibri"/>
                <a:cs typeface="Calibri"/>
                <a:sym typeface="Calibri"/>
              </a:defRPr>
            </a:lvl5pPr>
            <a:lvl6pPr marL="0" marR="0" lvl="5" indent="0" algn="r" rtl="0">
              <a:spcBef>
                <a:spcPts val="0"/>
              </a:spcBef>
              <a:buNone/>
              <a:defRPr sz="3000" b="0" i="0" u="none" strike="noStrike" cap="none">
                <a:solidFill>
                  <a:srgbClr val="888888"/>
                </a:solidFill>
                <a:latin typeface="Calibri"/>
                <a:ea typeface="Calibri"/>
                <a:cs typeface="Calibri"/>
                <a:sym typeface="Calibri"/>
              </a:defRPr>
            </a:lvl6pPr>
            <a:lvl7pPr marL="0" marR="0" lvl="6" indent="0" algn="r" rtl="0">
              <a:spcBef>
                <a:spcPts val="0"/>
              </a:spcBef>
              <a:buNone/>
              <a:defRPr sz="3000" b="0" i="0" u="none" strike="noStrike" cap="none">
                <a:solidFill>
                  <a:srgbClr val="888888"/>
                </a:solidFill>
                <a:latin typeface="Calibri"/>
                <a:ea typeface="Calibri"/>
                <a:cs typeface="Calibri"/>
                <a:sym typeface="Calibri"/>
              </a:defRPr>
            </a:lvl7pPr>
            <a:lvl8pPr marL="0" marR="0" lvl="7" indent="0" algn="r" rtl="0">
              <a:spcBef>
                <a:spcPts val="0"/>
              </a:spcBef>
              <a:buNone/>
              <a:defRPr sz="3000" b="0" i="0" u="none" strike="noStrike" cap="none">
                <a:solidFill>
                  <a:srgbClr val="888888"/>
                </a:solidFill>
                <a:latin typeface="Calibri"/>
                <a:ea typeface="Calibri"/>
                <a:cs typeface="Calibri"/>
                <a:sym typeface="Calibri"/>
              </a:defRPr>
            </a:lvl8pPr>
            <a:lvl9pPr marL="0" marR="0" lvl="8" indent="0" algn="r" rtl="0">
              <a:spcBef>
                <a:spcPts val="0"/>
              </a:spcBef>
              <a:buNone/>
              <a:defRPr sz="30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www.inegi.org.mx/temas/viviendasat/" TargetMode="External"/><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
        <p:cNvGrpSpPr/>
        <p:nvPr/>
      </p:nvGrpSpPr>
      <p:grpSpPr>
        <a:xfrm>
          <a:off x="0" y="0"/>
          <a:ext cx="0" cy="0"/>
          <a:chOff x="0" y="0"/>
          <a:chExt cx="0" cy="0"/>
        </a:xfrm>
      </p:grpSpPr>
      <p:sp>
        <p:nvSpPr>
          <p:cNvPr id="84" name="Google Shape;84;p1"/>
          <p:cNvSpPr/>
          <p:nvPr/>
        </p:nvSpPr>
        <p:spPr>
          <a:xfrm>
            <a:off x="-10180" y="5880329"/>
            <a:ext cx="21620123" cy="21791588"/>
          </a:xfrm>
          <a:prstGeom prst="rect">
            <a:avLst/>
          </a:prstGeom>
          <a:solidFill>
            <a:srgbClr val="B4985A">
              <a:alpha val="5019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426" b="0" i="0" u="none" strike="noStrike" cap="none">
              <a:solidFill>
                <a:schemeClr val="lt1"/>
              </a:solidFill>
              <a:latin typeface="Calibri"/>
              <a:ea typeface="Calibri"/>
              <a:cs typeface="Calibri"/>
              <a:sym typeface="Calibri"/>
            </a:endParaRPr>
          </a:p>
        </p:txBody>
      </p:sp>
      <p:sp>
        <p:nvSpPr>
          <p:cNvPr id="85" name="Google Shape;85;p1"/>
          <p:cNvSpPr/>
          <p:nvPr/>
        </p:nvSpPr>
        <p:spPr>
          <a:xfrm>
            <a:off x="1589" y="27671916"/>
            <a:ext cx="21608354" cy="467872"/>
          </a:xfrm>
          <a:prstGeom prst="rect">
            <a:avLst/>
          </a:prstGeom>
          <a:solidFill>
            <a:srgbClr val="00426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426" b="0" i="0" u="none" strike="noStrike" cap="none">
              <a:solidFill>
                <a:schemeClr val="lt1"/>
              </a:solidFill>
              <a:latin typeface="Calibri"/>
              <a:ea typeface="Calibri"/>
              <a:cs typeface="Calibri"/>
              <a:sym typeface="Calibri"/>
            </a:endParaRPr>
          </a:p>
        </p:txBody>
      </p:sp>
      <p:sp>
        <p:nvSpPr>
          <p:cNvPr id="86" name="Google Shape;86;p1"/>
          <p:cNvSpPr/>
          <p:nvPr/>
        </p:nvSpPr>
        <p:spPr>
          <a:xfrm>
            <a:off x="10809943" y="23166413"/>
            <a:ext cx="10800000" cy="64633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ES" sz="3600" b="1" i="0" u="none" strike="noStrike" cap="none">
                <a:solidFill>
                  <a:srgbClr val="00426F"/>
                </a:solidFill>
                <a:latin typeface="Times New Roman"/>
                <a:ea typeface="Times New Roman"/>
                <a:cs typeface="Times New Roman"/>
                <a:sym typeface="Times New Roman"/>
              </a:rPr>
              <a:t>Trabajo a Futuro</a:t>
            </a:r>
            <a:endParaRPr sz="3600" b="0" i="0" u="none" strike="noStrike" cap="none">
              <a:solidFill>
                <a:srgbClr val="00426F"/>
              </a:solidFill>
              <a:latin typeface="Times New Roman"/>
              <a:ea typeface="Times New Roman"/>
              <a:cs typeface="Times New Roman"/>
              <a:sym typeface="Times New Roman"/>
            </a:endParaRPr>
          </a:p>
        </p:txBody>
      </p:sp>
      <p:sp>
        <p:nvSpPr>
          <p:cNvPr id="87" name="Google Shape;87;p1"/>
          <p:cNvSpPr txBox="1"/>
          <p:nvPr/>
        </p:nvSpPr>
        <p:spPr>
          <a:xfrm>
            <a:off x="11169943" y="23867608"/>
            <a:ext cx="10080000" cy="3600000"/>
          </a:xfrm>
          <a:prstGeom prst="rect">
            <a:avLst/>
          </a:prstGeom>
          <a:solidFill>
            <a:schemeClr val="lt1"/>
          </a:solidFill>
          <a:ln w="38100" cap="flat" cmpd="sng">
            <a:solidFill>
              <a:srgbClr val="003C6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just" rtl="0">
              <a:spcBef>
                <a:spcPts val="0"/>
              </a:spcBef>
              <a:spcAft>
                <a:spcPts val="0"/>
              </a:spcAft>
              <a:buNone/>
            </a:pPr>
            <a:r>
              <a:rPr lang="es-ES" sz="2500" b="0" i="0" u="none" strike="noStrike" cap="none">
                <a:solidFill>
                  <a:schemeClr val="dk1"/>
                </a:solidFill>
                <a:latin typeface="Calibri"/>
                <a:ea typeface="Calibri"/>
                <a:cs typeface="Calibri"/>
                <a:sym typeface="Calibri"/>
              </a:rPr>
              <a:t>Se plantea una transición de un análisis de nivel nacional a un enfoque más específico en el estado de Jalisco, particularmente en la Zona Metropolitana de Guadalajara. Esta delimitación permitirá capturar con mayor precisión las dinámicas locales del mercado inmobiliario, mejorar la calidad de los modelos y capacidad predictiva de los modelos desarrollados. La etapa de optimización no se contempla en la presente fase del estudio, ya que será incorporada posteriormente una vez consolidado el análisis en el ámbito regional.</a:t>
            </a:r>
            <a:endParaRPr sz="2500" b="0" i="0" u="none" strike="noStrike" cap="none">
              <a:solidFill>
                <a:schemeClr val="dk1"/>
              </a:solidFill>
              <a:latin typeface="Calibri"/>
              <a:ea typeface="Calibri"/>
              <a:cs typeface="Calibri"/>
              <a:sym typeface="Calibri"/>
            </a:endParaRPr>
          </a:p>
        </p:txBody>
      </p:sp>
      <p:grpSp>
        <p:nvGrpSpPr>
          <p:cNvPr id="88" name="Google Shape;88;p1"/>
          <p:cNvGrpSpPr/>
          <p:nvPr/>
        </p:nvGrpSpPr>
        <p:grpSpPr>
          <a:xfrm>
            <a:off x="0" y="1395"/>
            <a:ext cx="21599525" cy="2146521"/>
            <a:chOff x="-5486854" y="2639406"/>
            <a:chExt cx="9144001" cy="908714"/>
          </a:xfrm>
        </p:grpSpPr>
        <p:sp>
          <p:nvSpPr>
            <p:cNvPr id="89" name="Google Shape;89;p1"/>
            <p:cNvSpPr/>
            <p:nvPr/>
          </p:nvSpPr>
          <p:spPr>
            <a:xfrm>
              <a:off x="-5486853" y="2639406"/>
              <a:ext cx="9144000" cy="712269"/>
            </a:xfrm>
            <a:prstGeom prst="rect">
              <a:avLst/>
            </a:prstGeom>
            <a:solidFill>
              <a:srgbClr val="00426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426" b="0" i="0" u="none" strike="noStrike" cap="none">
                <a:solidFill>
                  <a:schemeClr val="lt1"/>
                </a:solidFill>
                <a:latin typeface="Calibri"/>
                <a:ea typeface="Calibri"/>
                <a:cs typeface="Calibri"/>
                <a:sym typeface="Calibri"/>
              </a:endParaRPr>
            </a:p>
          </p:txBody>
        </p:sp>
        <p:sp>
          <p:nvSpPr>
            <p:cNvPr id="90" name="Google Shape;90;p1"/>
            <p:cNvSpPr/>
            <p:nvPr/>
          </p:nvSpPr>
          <p:spPr>
            <a:xfrm>
              <a:off x="-5486854" y="3351676"/>
              <a:ext cx="9144000" cy="196444"/>
            </a:xfrm>
            <a:prstGeom prst="rect">
              <a:avLst/>
            </a:prstGeom>
            <a:solidFill>
              <a:srgbClr val="B4985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426" b="0" i="0" u="none" strike="noStrike" cap="none">
                <a:solidFill>
                  <a:schemeClr val="lt1"/>
                </a:solidFill>
                <a:latin typeface="Calibri"/>
                <a:ea typeface="Calibri"/>
                <a:cs typeface="Calibri"/>
                <a:sym typeface="Calibri"/>
              </a:endParaRPr>
            </a:p>
          </p:txBody>
        </p:sp>
      </p:grpSp>
      <p:sp>
        <p:nvSpPr>
          <p:cNvPr id="91" name="Google Shape;91;p1"/>
          <p:cNvSpPr/>
          <p:nvPr/>
        </p:nvSpPr>
        <p:spPr>
          <a:xfrm>
            <a:off x="219" y="5927509"/>
            <a:ext cx="10800000" cy="64633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ES" sz="3600" b="1" i="0" u="none" strike="noStrike" cap="none">
                <a:solidFill>
                  <a:srgbClr val="00426F"/>
                </a:solidFill>
                <a:latin typeface="Times New Roman"/>
                <a:ea typeface="Times New Roman"/>
                <a:cs typeface="Times New Roman"/>
                <a:sym typeface="Times New Roman"/>
              </a:rPr>
              <a:t>Resumen</a:t>
            </a:r>
            <a:endParaRPr sz="3600" b="0" i="0" u="none" strike="noStrike" cap="none">
              <a:solidFill>
                <a:srgbClr val="00426F"/>
              </a:solidFill>
              <a:latin typeface="Times New Roman"/>
              <a:ea typeface="Times New Roman"/>
              <a:cs typeface="Times New Roman"/>
              <a:sym typeface="Times New Roman"/>
            </a:endParaRPr>
          </a:p>
        </p:txBody>
      </p:sp>
      <p:sp>
        <p:nvSpPr>
          <p:cNvPr id="92" name="Google Shape;92;p1"/>
          <p:cNvSpPr txBox="1"/>
          <p:nvPr/>
        </p:nvSpPr>
        <p:spPr>
          <a:xfrm>
            <a:off x="360219" y="6628704"/>
            <a:ext cx="10080000" cy="5516404"/>
          </a:xfrm>
          <a:prstGeom prst="rect">
            <a:avLst/>
          </a:prstGeom>
          <a:solidFill>
            <a:schemeClr val="lt1"/>
          </a:solidFill>
          <a:ln w="38100" cap="flat" cmpd="sng">
            <a:solidFill>
              <a:srgbClr val="003C6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just" rtl="0">
              <a:spcBef>
                <a:spcPts val="0"/>
              </a:spcBef>
              <a:spcAft>
                <a:spcPts val="0"/>
              </a:spcAft>
              <a:buNone/>
            </a:pPr>
            <a:r>
              <a:rPr lang="es-ES" sz="2500" b="0" i="0" u="none" strike="noStrike" cap="none" dirty="0">
                <a:solidFill>
                  <a:schemeClr val="dk1"/>
                </a:solidFill>
                <a:latin typeface="Calibri"/>
                <a:ea typeface="Calibri"/>
                <a:cs typeface="Calibri"/>
                <a:sym typeface="Calibri"/>
              </a:rPr>
              <a:t>El sector inmobiliario dentro de México es un pilar fundamental en la economía, el cual se compone principalmente de actividades como la construcción y los mismos servicios inmobiliarios, los cuales impulsan diversas actividades dentro del país por el insumo nacional. No obstante, los altos niveles de incertidumbre en la fijación de precios y la toma de decisiones, han quedado cortos ante la volatilidad del mismo, debido a su dependencia de criterios subjetivos o modelos simplificados. Por a esta problemática, el presente trabajo propone el desarrollo de un </a:t>
            </a:r>
            <a:r>
              <a:rPr lang="es-ES" sz="2500" b="1" i="0" u="none" strike="noStrike" cap="none" dirty="0">
                <a:solidFill>
                  <a:schemeClr val="dk1"/>
                </a:solidFill>
                <a:latin typeface="Calibri"/>
                <a:ea typeface="Calibri"/>
                <a:cs typeface="Calibri"/>
                <a:sym typeface="Calibri"/>
              </a:rPr>
              <a:t>sistema de soporte para la toma de decisiones (DSS) basado en técnicas de ciencia de datos</a:t>
            </a:r>
            <a:r>
              <a:rPr lang="es-ES" sz="2500" b="0" i="0" u="none" strike="noStrike" cap="none" dirty="0">
                <a:solidFill>
                  <a:schemeClr val="dk1"/>
                </a:solidFill>
                <a:latin typeface="Calibri"/>
                <a:ea typeface="Calibri"/>
                <a:cs typeface="Calibri"/>
                <a:sym typeface="Calibri"/>
              </a:rPr>
              <a:t>. Dicho sistema se estructura en tres fases: segmentación del mercado mediante algoritmos de </a:t>
            </a:r>
            <a:r>
              <a:rPr lang="es-ES" sz="2500" b="0" i="0" u="none" strike="noStrike" cap="none" dirty="0" err="1">
                <a:solidFill>
                  <a:schemeClr val="dk1"/>
                </a:solidFill>
                <a:latin typeface="Calibri"/>
                <a:ea typeface="Calibri"/>
                <a:cs typeface="Calibri"/>
                <a:sym typeface="Calibri"/>
              </a:rPr>
              <a:t>clustering</a:t>
            </a:r>
            <a:r>
              <a:rPr lang="es-ES" sz="2500" b="0" i="0" u="none" strike="noStrike" cap="none" dirty="0">
                <a:solidFill>
                  <a:schemeClr val="dk1"/>
                </a:solidFill>
                <a:latin typeface="Calibri"/>
                <a:ea typeface="Calibri"/>
                <a:cs typeface="Calibri"/>
                <a:sym typeface="Calibri"/>
              </a:rPr>
              <a:t>, predicción de precios y maximizar la rentabilidad bajo restricciones financieras.</a:t>
            </a:r>
            <a:endParaRPr sz="2500" b="0" i="0" u="none" strike="noStrike" cap="none" dirty="0">
              <a:solidFill>
                <a:schemeClr val="dk1"/>
              </a:solidFill>
              <a:latin typeface="Calibri"/>
              <a:ea typeface="Calibri"/>
              <a:cs typeface="Calibri"/>
              <a:sym typeface="Calibri"/>
            </a:endParaRPr>
          </a:p>
        </p:txBody>
      </p:sp>
      <p:sp>
        <p:nvSpPr>
          <p:cNvPr id="93" name="Google Shape;93;p1"/>
          <p:cNvSpPr/>
          <p:nvPr/>
        </p:nvSpPr>
        <p:spPr>
          <a:xfrm>
            <a:off x="0" y="31319288"/>
            <a:ext cx="21600000" cy="1080000"/>
          </a:xfrm>
          <a:prstGeom prst="rect">
            <a:avLst/>
          </a:prstGeom>
          <a:solidFill>
            <a:srgbClr val="00426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426" b="0" i="0" u="none" strike="noStrike" cap="none">
              <a:solidFill>
                <a:schemeClr val="lt1"/>
              </a:solidFill>
              <a:latin typeface="Calibri"/>
              <a:ea typeface="Calibri"/>
              <a:cs typeface="Calibri"/>
              <a:sym typeface="Calibri"/>
            </a:endParaRPr>
          </a:p>
        </p:txBody>
      </p:sp>
      <p:sp>
        <p:nvSpPr>
          <p:cNvPr id="94" name="Google Shape;94;p1"/>
          <p:cNvSpPr txBox="1"/>
          <p:nvPr/>
        </p:nvSpPr>
        <p:spPr>
          <a:xfrm>
            <a:off x="2265362" y="197223"/>
            <a:ext cx="17068800" cy="1323439"/>
          </a:xfrm>
          <a:prstGeom prst="rect">
            <a:avLst/>
          </a:prstGeom>
          <a:noFill/>
          <a:ln>
            <a:noFill/>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s-ES" sz="4000" b="1" i="0" u="none" strike="noStrike" cap="small">
                <a:solidFill>
                  <a:schemeClr val="lt1"/>
                </a:solidFill>
                <a:latin typeface="Times New Roman"/>
                <a:ea typeface="Times New Roman"/>
                <a:cs typeface="Times New Roman"/>
                <a:sym typeface="Times New Roman"/>
              </a:rPr>
              <a:t>Coloquio de Investigación y Desarrollo Tecnológico 2026 </a:t>
            </a:r>
            <a:endParaRPr/>
          </a:p>
          <a:p>
            <a:pPr marL="0" marR="0" lvl="0" indent="0" algn="ctr" rtl="0">
              <a:spcBef>
                <a:spcPts val="0"/>
              </a:spcBef>
              <a:spcAft>
                <a:spcPts val="0"/>
              </a:spcAft>
              <a:buNone/>
            </a:pPr>
            <a:r>
              <a:rPr lang="es-ES" sz="4000" b="1" i="0" u="none" strike="noStrike" cap="small">
                <a:solidFill>
                  <a:schemeClr val="lt1"/>
                </a:solidFill>
                <a:latin typeface="Times New Roman"/>
                <a:ea typeface="Times New Roman"/>
                <a:cs typeface="Times New Roman"/>
                <a:sym typeface="Times New Roman"/>
              </a:rPr>
              <a:t>Maestría en Ciencia de Datos</a:t>
            </a:r>
            <a:endParaRPr/>
          </a:p>
        </p:txBody>
      </p:sp>
      <p:sp>
        <p:nvSpPr>
          <p:cNvPr id="95" name="Google Shape;95;p1"/>
          <p:cNvSpPr txBox="1"/>
          <p:nvPr/>
        </p:nvSpPr>
        <p:spPr>
          <a:xfrm>
            <a:off x="369725" y="4229231"/>
            <a:ext cx="15840218"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800" b="1" i="0" u="none" strike="noStrike" cap="none">
                <a:solidFill>
                  <a:srgbClr val="17365D"/>
                </a:solidFill>
                <a:latin typeface="Times New Roman"/>
                <a:ea typeface="Times New Roman"/>
                <a:cs typeface="Times New Roman"/>
                <a:sym typeface="Times New Roman"/>
              </a:rPr>
              <a:t>Romo Martínez, Marian Michelle,  </a:t>
            </a:r>
            <a:r>
              <a:rPr lang="es-ES" sz="2800" b="1" i="1" u="none" strike="noStrike" cap="none">
                <a:solidFill>
                  <a:srgbClr val="17365D"/>
                </a:solidFill>
                <a:latin typeface="Times New Roman"/>
                <a:ea typeface="Times New Roman"/>
                <a:cs typeface="Times New Roman"/>
                <a:sym typeface="Times New Roman"/>
              </a:rPr>
              <a:t>if727690@iteso.mx</a:t>
            </a:r>
            <a:endParaRPr/>
          </a:p>
          <a:p>
            <a:pPr marL="0" marR="0" lvl="0" indent="0" algn="l" rtl="0">
              <a:spcBef>
                <a:spcPts val="0"/>
              </a:spcBef>
              <a:spcAft>
                <a:spcPts val="0"/>
              </a:spcAft>
              <a:buNone/>
            </a:pPr>
            <a:r>
              <a:rPr lang="es-ES" sz="2800" b="1">
                <a:solidFill>
                  <a:srgbClr val="17365D"/>
                </a:solidFill>
                <a:latin typeface="Times New Roman"/>
                <a:ea typeface="Times New Roman"/>
                <a:cs typeface="Times New Roman"/>
                <a:sym typeface="Times New Roman"/>
              </a:rPr>
              <a:t>Moya Sánchez, Eduardo Ulises,  </a:t>
            </a:r>
            <a:r>
              <a:rPr lang="es-ES" sz="2800" b="1" i="1">
                <a:solidFill>
                  <a:srgbClr val="17365D"/>
                </a:solidFill>
                <a:latin typeface="Times New Roman"/>
                <a:ea typeface="Times New Roman"/>
                <a:cs typeface="Times New Roman"/>
                <a:sym typeface="Times New Roman"/>
              </a:rPr>
              <a:t>ulises.moya@iteso.mx</a:t>
            </a:r>
            <a:endParaRPr/>
          </a:p>
        </p:txBody>
      </p:sp>
      <p:sp>
        <p:nvSpPr>
          <p:cNvPr id="96" name="Google Shape;96;p1"/>
          <p:cNvSpPr txBox="1"/>
          <p:nvPr/>
        </p:nvSpPr>
        <p:spPr>
          <a:xfrm>
            <a:off x="360218" y="2578069"/>
            <a:ext cx="16943100" cy="1200600"/>
          </a:xfrm>
          <a:prstGeom prst="rect">
            <a:avLst/>
          </a:prstGeom>
          <a:noFill/>
          <a:ln>
            <a:noFill/>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s-ES" sz="3600" b="1">
                <a:solidFill>
                  <a:srgbClr val="17365D"/>
                </a:solidFill>
                <a:latin typeface="Times New Roman"/>
                <a:ea typeface="Times New Roman"/>
                <a:cs typeface="Times New Roman"/>
                <a:sym typeface="Times New Roman"/>
              </a:rPr>
              <a:t>SISTEMA DE SOPORTE PARA LA TOMA DE DECISIONES EN DESARROLLOS </a:t>
            </a:r>
            <a:r>
              <a:rPr lang="es-ES" sz="3600" b="1">
                <a:solidFill>
                  <a:srgbClr val="17365D"/>
                </a:solidFill>
                <a:latin typeface="Times New Roman"/>
                <a:ea typeface="Times New Roman"/>
                <a:cs typeface="Times New Roman"/>
                <a:sym typeface="Times New Roman"/>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INMOBILIARIOS</a:t>
            </a:r>
            <a:r>
              <a:rPr lang="es-ES" sz="3600" b="1">
                <a:solidFill>
                  <a:srgbClr val="17365D"/>
                </a:solidFill>
                <a:latin typeface="Times New Roman"/>
                <a:ea typeface="Times New Roman"/>
                <a:cs typeface="Times New Roman"/>
                <a:sym typeface="Times New Roman"/>
              </a:rPr>
              <a:t> </a:t>
            </a:r>
            <a:r>
              <a:rPr lang="es-ES" sz="3600" b="1">
                <a:solidFill>
                  <a:srgbClr val="17365D"/>
                </a:solidFill>
                <a:latin typeface="Times New Roman"/>
                <a:ea typeface="Times New Roman"/>
                <a:cs typeface="Times New Roman"/>
                <a:sym typeface="Times New Roman"/>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MEDIANTE MACHINE LEARNING</a:t>
            </a:r>
            <a:endParaRPr sz="3600" b="1">
              <a:solidFill>
                <a:srgbClr val="17365D"/>
              </a:solidFill>
              <a:latin typeface="Times New Roman"/>
              <a:ea typeface="Times New Roman"/>
              <a:cs typeface="Times New Roman"/>
              <a:sym typeface="Times New Roman"/>
            </a:endParaRPr>
          </a:p>
        </p:txBody>
      </p:sp>
      <p:sp>
        <p:nvSpPr>
          <p:cNvPr id="97" name="Google Shape;97;p1"/>
          <p:cNvSpPr/>
          <p:nvPr/>
        </p:nvSpPr>
        <p:spPr>
          <a:xfrm>
            <a:off x="219" y="12641675"/>
            <a:ext cx="10800000" cy="64633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ES" sz="3600" b="1">
                <a:solidFill>
                  <a:srgbClr val="00426F"/>
                </a:solidFill>
                <a:latin typeface="Times New Roman"/>
                <a:ea typeface="Times New Roman"/>
                <a:cs typeface="Times New Roman"/>
                <a:sym typeface="Times New Roman"/>
              </a:rPr>
              <a:t>Introducción y Descripción del Problema</a:t>
            </a:r>
            <a:endParaRPr sz="3600">
              <a:solidFill>
                <a:srgbClr val="00426F"/>
              </a:solidFill>
              <a:latin typeface="Times New Roman"/>
              <a:ea typeface="Times New Roman"/>
              <a:cs typeface="Times New Roman"/>
              <a:sym typeface="Times New Roman"/>
            </a:endParaRPr>
          </a:p>
        </p:txBody>
      </p:sp>
      <p:sp>
        <p:nvSpPr>
          <p:cNvPr id="98" name="Google Shape;98;p1"/>
          <p:cNvSpPr txBox="1"/>
          <p:nvPr/>
        </p:nvSpPr>
        <p:spPr>
          <a:xfrm>
            <a:off x="360219" y="13647672"/>
            <a:ext cx="10080000" cy="5708169"/>
          </a:xfrm>
          <a:prstGeom prst="rect">
            <a:avLst/>
          </a:prstGeom>
          <a:solidFill>
            <a:schemeClr val="lt1"/>
          </a:solidFill>
          <a:ln w="38100" cap="flat" cmpd="sng">
            <a:solidFill>
              <a:srgbClr val="003C6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algn="just"/>
            <a:r>
              <a:rPr lang="es-ES" sz="2500" dirty="0">
                <a:solidFill>
                  <a:schemeClr val="dk1"/>
                </a:solidFill>
                <a:latin typeface="Calibri"/>
                <a:ea typeface="Calibri"/>
                <a:cs typeface="Calibri"/>
                <a:sym typeface="Calibri"/>
              </a:rPr>
              <a:t>En México, el sector inmobiliario es un componente clave en la economía, representando alrededor del 5.4 % del PIB según el INEGI [1], estando conformado principalmente por la construcción y los servicios inmobiliarios. Su relevancia radica en su fuerte integración con la economía nacional y su sensibilidad a factores como políticas monetarias e inversión, lo que lo vuelve complejo y dinámico, especialmente en un contexto </a:t>
            </a:r>
            <a:r>
              <a:rPr lang="es-ES" sz="2500" dirty="0" err="1">
                <a:solidFill>
                  <a:schemeClr val="dk1"/>
                </a:solidFill>
                <a:latin typeface="Calibri"/>
                <a:ea typeface="Calibri"/>
                <a:cs typeface="Calibri"/>
                <a:sym typeface="Calibri"/>
              </a:rPr>
              <a:t>post-pandemia</a:t>
            </a:r>
            <a:r>
              <a:rPr lang="es-ES" sz="2500" dirty="0">
                <a:solidFill>
                  <a:schemeClr val="dk1"/>
                </a:solidFill>
                <a:latin typeface="Calibri"/>
                <a:ea typeface="Calibri"/>
                <a:cs typeface="Calibri"/>
                <a:sym typeface="Calibri"/>
              </a:rPr>
              <a:t>. Debido a la limitada efectividad de los métodos tradicionales de valuación (modelos lineales), este proyecto propone un sistema de soporte a decisiones basado en técnicas de ciencia de datos: </a:t>
            </a:r>
            <a:r>
              <a:rPr lang="es-ES" sz="2500" b="1" dirty="0">
                <a:solidFill>
                  <a:schemeClr val="dk1"/>
                </a:solidFill>
                <a:latin typeface="Calibri"/>
                <a:ea typeface="Calibri"/>
                <a:cs typeface="Calibri"/>
                <a:sym typeface="Calibri"/>
              </a:rPr>
              <a:t>segmentación mediante </a:t>
            </a:r>
            <a:r>
              <a:rPr lang="es-ES" sz="2500" b="1" dirty="0" err="1">
                <a:solidFill>
                  <a:schemeClr val="dk1"/>
                </a:solidFill>
                <a:latin typeface="Calibri"/>
                <a:ea typeface="Calibri"/>
                <a:cs typeface="Calibri"/>
                <a:sym typeface="Calibri"/>
              </a:rPr>
              <a:t>clustering</a:t>
            </a:r>
            <a:r>
              <a:rPr lang="es-ES" sz="2500" b="1" dirty="0">
                <a:solidFill>
                  <a:schemeClr val="dk1"/>
                </a:solidFill>
                <a:latin typeface="Calibri"/>
                <a:ea typeface="Calibri"/>
                <a:cs typeface="Calibri"/>
                <a:sym typeface="Calibri"/>
              </a:rPr>
              <a:t>, modelos predictivos para estimación de precios y técnicas de optimización para maximizar rentabilidad</a:t>
            </a:r>
            <a:r>
              <a:rPr lang="es-ES" sz="2500" dirty="0">
                <a:solidFill>
                  <a:schemeClr val="dk1"/>
                </a:solidFill>
                <a:latin typeface="Calibri"/>
                <a:ea typeface="Calibri"/>
                <a:cs typeface="Calibri"/>
                <a:sym typeface="Calibri"/>
              </a:rPr>
              <a:t>. </a:t>
            </a:r>
            <a:endParaRPr lang="en-US" sz="2500">
              <a:solidFill>
                <a:schemeClr val="dk1"/>
              </a:solidFill>
              <a:latin typeface="Calibri"/>
              <a:ea typeface="Calibri"/>
              <a:cs typeface="Calibri"/>
            </a:endParaRPr>
          </a:p>
        </p:txBody>
      </p:sp>
      <p:sp>
        <p:nvSpPr>
          <p:cNvPr id="99" name="Google Shape;99;p1"/>
          <p:cNvSpPr/>
          <p:nvPr/>
        </p:nvSpPr>
        <p:spPr>
          <a:xfrm>
            <a:off x="219" y="19824452"/>
            <a:ext cx="10800000" cy="64633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ES" sz="3600" b="1">
                <a:solidFill>
                  <a:srgbClr val="00426F"/>
                </a:solidFill>
                <a:latin typeface="Times New Roman"/>
                <a:ea typeface="Times New Roman"/>
                <a:cs typeface="Times New Roman"/>
                <a:sym typeface="Times New Roman"/>
              </a:rPr>
              <a:t>Datos y Metodología</a:t>
            </a:r>
            <a:endParaRPr sz="3600">
              <a:solidFill>
                <a:srgbClr val="00426F"/>
              </a:solidFill>
              <a:latin typeface="Times New Roman"/>
              <a:ea typeface="Times New Roman"/>
              <a:cs typeface="Times New Roman"/>
              <a:sym typeface="Times New Roman"/>
            </a:endParaRPr>
          </a:p>
        </p:txBody>
      </p:sp>
      <p:sp>
        <p:nvSpPr>
          <p:cNvPr id="100" name="Google Shape;100;p1"/>
          <p:cNvSpPr txBox="1"/>
          <p:nvPr/>
        </p:nvSpPr>
        <p:spPr>
          <a:xfrm>
            <a:off x="360219" y="20703510"/>
            <a:ext cx="10080000" cy="6717027"/>
          </a:xfrm>
          <a:prstGeom prst="rect">
            <a:avLst/>
          </a:prstGeom>
          <a:solidFill>
            <a:schemeClr val="lt1"/>
          </a:solidFill>
          <a:ln w="38100" cap="flat" cmpd="sng">
            <a:solidFill>
              <a:srgbClr val="003C6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just" rtl="0">
              <a:spcBef>
                <a:spcPts val="0"/>
              </a:spcBef>
              <a:spcAft>
                <a:spcPts val="0"/>
              </a:spcAft>
              <a:buNone/>
            </a:pPr>
            <a:r>
              <a:rPr lang="es-ES" sz="2400">
                <a:solidFill>
                  <a:schemeClr val="dk1"/>
                </a:solidFill>
                <a:latin typeface="Calibri"/>
                <a:ea typeface="Calibri"/>
                <a:cs typeface="Calibri"/>
                <a:sym typeface="Calibri"/>
              </a:rPr>
              <a:t>El siguiente diagrama muestra el flujo metodológico seguido en el desarrollo del modelo.</a:t>
            </a:r>
            <a:endParaRPr/>
          </a:p>
          <a:p>
            <a:pPr marL="0" marR="0" lvl="0" indent="0" algn="just" rtl="0">
              <a:spcBef>
                <a:spcPts val="0"/>
              </a:spcBef>
              <a:spcAft>
                <a:spcPts val="0"/>
              </a:spcAft>
              <a:buNone/>
            </a:pPr>
            <a:endParaRPr sz="2400">
              <a:solidFill>
                <a:schemeClr val="dk1"/>
              </a:solidFill>
              <a:latin typeface="Calibri"/>
              <a:ea typeface="Calibri"/>
              <a:cs typeface="Calibri"/>
              <a:sym typeface="Calibri"/>
            </a:endParaRPr>
          </a:p>
        </p:txBody>
      </p:sp>
      <p:sp>
        <p:nvSpPr>
          <p:cNvPr id="101" name="Google Shape;101;p1"/>
          <p:cNvSpPr/>
          <p:nvPr/>
        </p:nvSpPr>
        <p:spPr>
          <a:xfrm>
            <a:off x="10809943" y="5935393"/>
            <a:ext cx="10800000" cy="64633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ES" sz="3600" b="1">
                <a:solidFill>
                  <a:srgbClr val="00426F"/>
                </a:solidFill>
                <a:latin typeface="Times New Roman"/>
                <a:ea typeface="Times New Roman"/>
                <a:cs typeface="Times New Roman"/>
                <a:sym typeface="Times New Roman"/>
              </a:rPr>
              <a:t>Resultados Obtenidos</a:t>
            </a:r>
            <a:endParaRPr sz="3600">
              <a:solidFill>
                <a:srgbClr val="00426F"/>
              </a:solidFill>
              <a:latin typeface="Times New Roman"/>
              <a:ea typeface="Times New Roman"/>
              <a:cs typeface="Times New Roman"/>
              <a:sym typeface="Times New Roman"/>
            </a:endParaRPr>
          </a:p>
        </p:txBody>
      </p:sp>
      <p:sp>
        <p:nvSpPr>
          <p:cNvPr id="102" name="Google Shape;102;p1"/>
          <p:cNvSpPr txBox="1"/>
          <p:nvPr/>
        </p:nvSpPr>
        <p:spPr>
          <a:xfrm>
            <a:off x="11169943" y="6636586"/>
            <a:ext cx="10080000" cy="11987478"/>
          </a:xfrm>
          <a:prstGeom prst="rect">
            <a:avLst/>
          </a:prstGeom>
          <a:solidFill>
            <a:schemeClr val="lt1"/>
          </a:solidFill>
          <a:ln w="38100" cap="flat" cmpd="sng">
            <a:solidFill>
              <a:srgbClr val="003C6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just" rtl="0">
              <a:spcBef>
                <a:spcPts val="0"/>
              </a:spcBef>
              <a:spcAft>
                <a:spcPts val="0"/>
              </a:spcAft>
              <a:buNone/>
            </a:pPr>
            <a:endParaRPr sz="2500" dirty="0">
              <a:solidFill>
                <a:schemeClr val="dk1"/>
              </a:solidFill>
              <a:latin typeface="Calibri"/>
              <a:ea typeface="Calibri"/>
              <a:cs typeface="Calibri"/>
              <a:sym typeface="Calibri"/>
            </a:endParaRPr>
          </a:p>
          <a:p>
            <a:pPr marL="0" marR="0" lvl="0" indent="0" algn="just" rtl="0">
              <a:spcBef>
                <a:spcPts val="0"/>
              </a:spcBef>
              <a:spcAft>
                <a:spcPts val="0"/>
              </a:spcAft>
              <a:buNone/>
            </a:pPr>
            <a:endParaRPr sz="2500" dirty="0">
              <a:solidFill>
                <a:schemeClr val="dk1"/>
              </a:solidFill>
              <a:latin typeface="Calibri"/>
              <a:ea typeface="Calibri"/>
              <a:cs typeface="Calibri"/>
              <a:sym typeface="Calibri"/>
            </a:endParaRPr>
          </a:p>
          <a:p>
            <a:pPr marL="0" marR="0" lvl="0" indent="0" algn="just" rtl="0">
              <a:spcBef>
                <a:spcPts val="0"/>
              </a:spcBef>
              <a:spcAft>
                <a:spcPts val="0"/>
              </a:spcAft>
              <a:buNone/>
            </a:pPr>
            <a:endParaRPr sz="2500" dirty="0">
              <a:solidFill>
                <a:schemeClr val="dk1"/>
              </a:solidFill>
              <a:latin typeface="Calibri"/>
              <a:ea typeface="Calibri"/>
              <a:cs typeface="Calibri"/>
              <a:sym typeface="Calibri"/>
            </a:endParaRPr>
          </a:p>
          <a:p>
            <a:pPr marL="0" marR="0" lvl="0" indent="0" algn="just" rtl="0">
              <a:spcBef>
                <a:spcPts val="0"/>
              </a:spcBef>
              <a:spcAft>
                <a:spcPts val="0"/>
              </a:spcAft>
              <a:buNone/>
            </a:pPr>
            <a:endParaRPr sz="2500" dirty="0">
              <a:solidFill>
                <a:schemeClr val="dk1"/>
              </a:solidFill>
              <a:latin typeface="Calibri"/>
              <a:ea typeface="Calibri"/>
              <a:cs typeface="Calibri"/>
              <a:sym typeface="Calibri"/>
            </a:endParaRPr>
          </a:p>
          <a:p>
            <a:pPr marL="0" marR="0" lvl="0" indent="0" algn="just" rtl="0">
              <a:spcBef>
                <a:spcPts val="0"/>
              </a:spcBef>
              <a:spcAft>
                <a:spcPts val="0"/>
              </a:spcAft>
              <a:buNone/>
            </a:pPr>
            <a:endParaRPr sz="2500" dirty="0">
              <a:solidFill>
                <a:schemeClr val="dk1"/>
              </a:solidFill>
              <a:latin typeface="Calibri"/>
              <a:ea typeface="Calibri"/>
              <a:cs typeface="Calibri"/>
              <a:sym typeface="Calibri"/>
            </a:endParaRPr>
          </a:p>
          <a:p>
            <a:pPr marL="0" marR="0" lvl="0" indent="0" algn="just" rtl="0">
              <a:spcBef>
                <a:spcPts val="0"/>
              </a:spcBef>
              <a:spcAft>
                <a:spcPts val="0"/>
              </a:spcAft>
              <a:buNone/>
            </a:pPr>
            <a:endParaRPr sz="2500" dirty="0">
              <a:solidFill>
                <a:schemeClr val="dk1"/>
              </a:solidFill>
              <a:latin typeface="Calibri"/>
              <a:ea typeface="Calibri"/>
              <a:cs typeface="Calibri"/>
              <a:sym typeface="Calibri"/>
            </a:endParaRPr>
          </a:p>
          <a:p>
            <a:pPr marL="0" marR="0" lvl="0" indent="0" algn="just">
              <a:spcBef>
                <a:spcPts val="0"/>
              </a:spcBef>
              <a:spcAft>
                <a:spcPts val="0"/>
              </a:spcAft>
              <a:buNone/>
            </a:pPr>
            <a:endParaRPr sz="2500" dirty="0">
              <a:solidFill>
                <a:schemeClr val="dk1"/>
              </a:solidFill>
              <a:latin typeface="Calibri"/>
              <a:ea typeface="Calibri"/>
              <a:cs typeface="Calibri"/>
            </a:endParaRPr>
          </a:p>
          <a:p>
            <a:pPr marL="0" marR="0" lvl="0" indent="0" algn="just">
              <a:spcBef>
                <a:spcPts val="0"/>
              </a:spcBef>
              <a:spcAft>
                <a:spcPts val="0"/>
              </a:spcAft>
              <a:buNone/>
            </a:pPr>
            <a:endParaRPr sz="2500" dirty="0">
              <a:solidFill>
                <a:schemeClr val="dk1"/>
              </a:solidFill>
              <a:latin typeface="Calibri"/>
              <a:ea typeface="Calibri"/>
              <a:cs typeface="Calibri"/>
            </a:endParaRPr>
          </a:p>
          <a:p>
            <a:pPr marL="0" marR="0" lvl="0" indent="0" algn="just">
              <a:spcBef>
                <a:spcPts val="0"/>
              </a:spcBef>
              <a:spcAft>
                <a:spcPts val="0"/>
              </a:spcAft>
              <a:buNone/>
            </a:pPr>
            <a:endParaRPr sz="2500" dirty="0">
              <a:solidFill>
                <a:schemeClr val="dk1"/>
              </a:solidFill>
              <a:latin typeface="Calibri"/>
              <a:ea typeface="Calibri"/>
              <a:cs typeface="Calibri"/>
            </a:endParaRPr>
          </a:p>
          <a:p>
            <a:pPr marL="0" marR="0" lvl="0" indent="0" algn="just">
              <a:spcBef>
                <a:spcPts val="0"/>
              </a:spcBef>
              <a:spcAft>
                <a:spcPts val="0"/>
              </a:spcAft>
              <a:buNone/>
            </a:pPr>
            <a:endParaRPr sz="2500" dirty="0">
              <a:solidFill>
                <a:schemeClr val="dk1"/>
              </a:solidFill>
              <a:latin typeface="Calibri"/>
              <a:ea typeface="Calibri"/>
              <a:cs typeface="Calibri"/>
            </a:endParaRPr>
          </a:p>
          <a:p>
            <a:pPr algn="just"/>
            <a:endParaRPr lang="es-ES" sz="2500" dirty="0">
              <a:solidFill>
                <a:schemeClr val="dk1"/>
              </a:solidFill>
              <a:latin typeface="Calibri"/>
              <a:ea typeface="Calibri"/>
              <a:cs typeface="Calibri"/>
            </a:endParaRPr>
          </a:p>
          <a:p>
            <a:pPr algn="just"/>
            <a:endParaRPr lang="es-ES" sz="2500" dirty="0">
              <a:solidFill>
                <a:schemeClr val="dk1"/>
              </a:solidFill>
              <a:latin typeface="Calibri"/>
              <a:ea typeface="Calibri"/>
              <a:cs typeface="Calibri"/>
            </a:endParaRPr>
          </a:p>
          <a:p>
            <a:pPr algn="just"/>
            <a:endParaRPr lang="es-ES" sz="2500" dirty="0">
              <a:solidFill>
                <a:schemeClr val="dk1"/>
              </a:solidFill>
              <a:latin typeface="Calibri"/>
              <a:ea typeface="Calibri"/>
              <a:cs typeface="Calibri"/>
            </a:endParaRPr>
          </a:p>
          <a:p>
            <a:pPr algn="just"/>
            <a:endParaRPr lang="es-ES" sz="2500" dirty="0">
              <a:solidFill>
                <a:schemeClr val="dk1"/>
              </a:solidFill>
              <a:latin typeface="Calibri"/>
              <a:ea typeface="Calibri"/>
              <a:cs typeface="Calibri"/>
            </a:endParaRPr>
          </a:p>
          <a:p>
            <a:pPr algn="just"/>
            <a:endParaRPr lang="es-ES" sz="2500" dirty="0">
              <a:solidFill>
                <a:schemeClr val="dk1"/>
              </a:solidFill>
              <a:latin typeface="Calibri"/>
              <a:ea typeface="Calibri"/>
              <a:cs typeface="Calibri"/>
            </a:endParaRPr>
          </a:p>
          <a:p>
            <a:pPr algn="just"/>
            <a:endParaRPr lang="es-ES" sz="2500" dirty="0">
              <a:solidFill>
                <a:schemeClr val="dk1"/>
              </a:solidFill>
              <a:latin typeface="Calibri"/>
              <a:ea typeface="Calibri"/>
              <a:cs typeface="Calibri"/>
              <a:sym typeface="Calibri"/>
            </a:endParaRPr>
          </a:p>
          <a:p>
            <a:pPr algn="just"/>
            <a:endParaRPr lang="es-ES" sz="2500" dirty="0">
              <a:solidFill>
                <a:schemeClr val="dk1"/>
              </a:solidFill>
              <a:latin typeface="Calibri"/>
              <a:ea typeface="Calibri"/>
              <a:cs typeface="Calibri"/>
              <a:sym typeface="Calibri"/>
            </a:endParaRPr>
          </a:p>
          <a:p>
            <a:pPr algn="just"/>
            <a:endParaRPr lang="es-ES" sz="2500" dirty="0">
              <a:solidFill>
                <a:schemeClr val="dk1"/>
              </a:solidFill>
              <a:latin typeface="Calibri"/>
              <a:ea typeface="Calibri"/>
              <a:cs typeface="Calibri"/>
              <a:sym typeface="Calibri"/>
            </a:endParaRPr>
          </a:p>
          <a:p>
            <a:pPr algn="just"/>
            <a:endParaRPr lang="es-ES" sz="2500" dirty="0">
              <a:solidFill>
                <a:schemeClr val="dk1"/>
              </a:solidFill>
              <a:latin typeface="Calibri"/>
              <a:ea typeface="Calibri"/>
              <a:cs typeface="Calibri"/>
              <a:sym typeface="Calibri"/>
            </a:endParaRPr>
          </a:p>
          <a:p>
            <a:pPr marL="0" marR="0" lvl="0" indent="0" algn="just" rtl="0">
              <a:spcBef>
                <a:spcPts val="0"/>
              </a:spcBef>
              <a:spcAft>
                <a:spcPts val="0"/>
              </a:spcAft>
              <a:buNone/>
            </a:pPr>
            <a:r>
              <a:rPr lang="es-ES" sz="2500" dirty="0">
                <a:solidFill>
                  <a:schemeClr val="dk1"/>
                </a:solidFill>
                <a:latin typeface="Calibri"/>
                <a:ea typeface="Calibri"/>
                <a:cs typeface="Calibri"/>
                <a:sym typeface="Calibri"/>
              </a:rPr>
              <a:t>Se modeló la predicción como un problema de regresión sobre datos tabulares, integrando el </a:t>
            </a:r>
            <a:r>
              <a:rPr lang="es-ES" sz="2500" dirty="0" err="1">
                <a:solidFill>
                  <a:schemeClr val="dk1"/>
                </a:solidFill>
                <a:latin typeface="Calibri"/>
                <a:ea typeface="Calibri"/>
                <a:cs typeface="Calibri"/>
                <a:sym typeface="Calibri"/>
              </a:rPr>
              <a:t>cluster</a:t>
            </a:r>
            <a:r>
              <a:rPr lang="es-ES" sz="2500" dirty="0">
                <a:solidFill>
                  <a:schemeClr val="dk1"/>
                </a:solidFill>
                <a:latin typeface="Calibri"/>
                <a:ea typeface="Calibri"/>
                <a:cs typeface="Calibri"/>
                <a:sym typeface="Calibri"/>
              </a:rPr>
              <a:t> junto con las características físicas del inmueble. Se utilizó </a:t>
            </a:r>
            <a:r>
              <a:rPr lang="es-ES" sz="2500" dirty="0" err="1">
                <a:solidFill>
                  <a:schemeClr val="dk1"/>
                </a:solidFill>
                <a:latin typeface="Calibri"/>
                <a:ea typeface="Calibri"/>
                <a:cs typeface="Calibri"/>
                <a:sym typeface="Calibri"/>
              </a:rPr>
              <a:t>XGBoost</a:t>
            </a:r>
            <a:r>
              <a:rPr lang="es-ES" sz="2500" dirty="0">
                <a:solidFill>
                  <a:schemeClr val="dk1"/>
                </a:solidFill>
                <a:latin typeface="Calibri"/>
                <a:ea typeface="Calibri"/>
                <a:cs typeface="Calibri"/>
                <a:sym typeface="Calibri"/>
              </a:rPr>
              <a:t> por su capacidad para capturar relaciones no lineales y la heterogeneidad del mercado.</a:t>
            </a:r>
            <a:endParaRPr sz="2500" dirty="0">
              <a:solidFill>
                <a:schemeClr val="dk1"/>
              </a:solidFill>
              <a:latin typeface="Calibri"/>
              <a:ea typeface="Calibri"/>
              <a:cs typeface="Calibri"/>
              <a:sym typeface="Calibri"/>
            </a:endParaRPr>
          </a:p>
          <a:p>
            <a:pPr marL="0" marR="0" lvl="0" indent="0" algn="just" rtl="0">
              <a:spcBef>
                <a:spcPts val="0"/>
              </a:spcBef>
              <a:spcAft>
                <a:spcPts val="0"/>
              </a:spcAft>
              <a:buNone/>
            </a:pPr>
            <a:endParaRPr sz="2500" dirty="0">
              <a:solidFill>
                <a:schemeClr val="dk1"/>
              </a:solidFill>
              <a:latin typeface="Calibri"/>
              <a:ea typeface="Calibri"/>
              <a:cs typeface="Calibri"/>
              <a:sym typeface="Calibri"/>
            </a:endParaRPr>
          </a:p>
          <a:p>
            <a:pPr marL="0" marR="0" lvl="0" indent="0" algn="ctr" rtl="0">
              <a:spcBef>
                <a:spcPts val="0"/>
              </a:spcBef>
              <a:spcAft>
                <a:spcPts val="0"/>
              </a:spcAft>
              <a:buNone/>
            </a:pPr>
            <a:r>
              <a:rPr lang="es-ES" sz="2500" dirty="0">
                <a:solidFill>
                  <a:schemeClr val="dk1"/>
                </a:solidFill>
                <a:latin typeface="Calibri"/>
                <a:ea typeface="Calibri"/>
                <a:cs typeface="Calibri"/>
                <a:sym typeface="Calibri"/>
              </a:rPr>
              <a:t>=== </a:t>
            </a:r>
            <a:r>
              <a:rPr lang="es-ES" sz="2500" dirty="0" err="1">
                <a:solidFill>
                  <a:schemeClr val="dk1"/>
                </a:solidFill>
                <a:latin typeface="Calibri"/>
                <a:ea typeface="Calibri"/>
                <a:cs typeface="Calibri"/>
                <a:sym typeface="Calibri"/>
              </a:rPr>
              <a:t>XGBoost</a:t>
            </a:r>
            <a:r>
              <a:rPr lang="es-ES" sz="2500" dirty="0">
                <a:solidFill>
                  <a:schemeClr val="dk1"/>
                </a:solidFill>
                <a:latin typeface="Calibri"/>
                <a:ea typeface="Calibri"/>
                <a:cs typeface="Calibri"/>
                <a:sym typeface="Calibri"/>
              </a:rPr>
              <a:t> === </a:t>
            </a:r>
            <a:endParaRPr dirty="0"/>
          </a:p>
          <a:p>
            <a:pPr marL="0" marR="0" lvl="0" indent="0" algn="ctr" rtl="0">
              <a:spcBef>
                <a:spcPts val="0"/>
              </a:spcBef>
              <a:spcAft>
                <a:spcPts val="0"/>
              </a:spcAft>
              <a:buNone/>
            </a:pPr>
            <a:r>
              <a:rPr lang="es-ES" sz="2500" dirty="0">
                <a:solidFill>
                  <a:schemeClr val="dk1"/>
                </a:solidFill>
                <a:latin typeface="Calibri"/>
                <a:ea typeface="Calibri"/>
                <a:cs typeface="Calibri"/>
                <a:sym typeface="Calibri"/>
              </a:rPr>
              <a:t>R²: 0.7843 </a:t>
            </a:r>
            <a:endParaRPr dirty="0"/>
          </a:p>
          <a:p>
            <a:pPr marL="0" marR="0" lvl="0" indent="0" algn="ctr" rtl="0">
              <a:spcBef>
                <a:spcPts val="0"/>
              </a:spcBef>
              <a:spcAft>
                <a:spcPts val="0"/>
              </a:spcAft>
              <a:buNone/>
            </a:pPr>
            <a:r>
              <a:rPr lang="es-ES" sz="2500" dirty="0">
                <a:solidFill>
                  <a:schemeClr val="dk1"/>
                </a:solidFill>
                <a:latin typeface="Calibri"/>
                <a:ea typeface="Calibri"/>
                <a:cs typeface="Calibri"/>
                <a:sym typeface="Calibri"/>
              </a:rPr>
              <a:t>MAE (log): 0.3243 </a:t>
            </a:r>
            <a:endParaRPr dirty="0"/>
          </a:p>
          <a:p>
            <a:pPr marL="0" marR="0" lvl="0" indent="0" algn="ctr" rtl="0">
              <a:spcBef>
                <a:spcPts val="0"/>
              </a:spcBef>
              <a:spcAft>
                <a:spcPts val="0"/>
              </a:spcAft>
              <a:buNone/>
            </a:pPr>
            <a:r>
              <a:rPr lang="es-ES" sz="2500" dirty="0">
                <a:solidFill>
                  <a:schemeClr val="dk1"/>
                </a:solidFill>
                <a:latin typeface="Calibri"/>
                <a:ea typeface="Calibri"/>
                <a:cs typeface="Calibri"/>
                <a:sym typeface="Calibri"/>
              </a:rPr>
              <a:t>RMSE (log): 0.4712 </a:t>
            </a:r>
            <a:endParaRPr dirty="0"/>
          </a:p>
          <a:p>
            <a:pPr marL="0" marR="0" lvl="0" indent="0" algn="ctr" rtl="0">
              <a:spcBef>
                <a:spcPts val="0"/>
              </a:spcBef>
              <a:spcAft>
                <a:spcPts val="0"/>
              </a:spcAft>
              <a:buNone/>
            </a:pPr>
            <a:r>
              <a:rPr lang="es-ES" sz="2500" dirty="0">
                <a:solidFill>
                  <a:schemeClr val="dk1"/>
                </a:solidFill>
                <a:latin typeface="Calibri"/>
                <a:ea typeface="Calibri"/>
                <a:cs typeface="Calibri"/>
                <a:sym typeface="Calibri"/>
              </a:rPr>
              <a:t>MAE (MXN): $3,391,482 </a:t>
            </a:r>
            <a:endParaRPr dirty="0"/>
          </a:p>
          <a:p>
            <a:pPr marL="0" marR="0" lvl="0" indent="0" algn="ctr" rtl="0">
              <a:spcBef>
                <a:spcPts val="0"/>
              </a:spcBef>
              <a:spcAft>
                <a:spcPts val="0"/>
              </a:spcAft>
              <a:buNone/>
            </a:pPr>
            <a:r>
              <a:rPr lang="es-ES" sz="2500" dirty="0">
                <a:solidFill>
                  <a:schemeClr val="dk1"/>
                </a:solidFill>
                <a:latin typeface="Calibri"/>
                <a:ea typeface="Calibri"/>
                <a:cs typeface="Calibri"/>
                <a:sym typeface="Calibri"/>
              </a:rPr>
              <a:t>RMSE (MXN): $11,539,122 </a:t>
            </a:r>
            <a:endParaRPr dirty="0"/>
          </a:p>
          <a:p>
            <a:pPr marL="0" marR="0" lvl="0" indent="0" algn="ctr" rtl="0">
              <a:spcBef>
                <a:spcPts val="0"/>
              </a:spcBef>
              <a:spcAft>
                <a:spcPts val="0"/>
              </a:spcAft>
              <a:buNone/>
            </a:pPr>
            <a:r>
              <a:rPr lang="es-ES" sz="2500" dirty="0">
                <a:solidFill>
                  <a:schemeClr val="dk1"/>
                </a:solidFill>
                <a:latin typeface="Calibri"/>
                <a:ea typeface="Calibri"/>
                <a:cs typeface="Calibri"/>
                <a:sym typeface="Calibri"/>
              </a:rPr>
              <a:t>MAPE (MXN): 38.9%</a:t>
            </a:r>
            <a:endParaRPr sz="2500" dirty="0">
              <a:solidFill>
                <a:schemeClr val="dk1"/>
              </a:solidFill>
              <a:latin typeface="Calibri"/>
              <a:ea typeface="Calibri"/>
              <a:cs typeface="Calibri"/>
              <a:sym typeface="Calibri"/>
            </a:endParaRPr>
          </a:p>
        </p:txBody>
      </p:sp>
      <p:sp>
        <p:nvSpPr>
          <p:cNvPr id="103" name="Google Shape;103;p1"/>
          <p:cNvSpPr/>
          <p:nvPr/>
        </p:nvSpPr>
        <p:spPr>
          <a:xfrm>
            <a:off x="10809943" y="18678928"/>
            <a:ext cx="10800000" cy="64633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ES" sz="3600" b="1">
                <a:solidFill>
                  <a:srgbClr val="00426F"/>
                </a:solidFill>
                <a:latin typeface="Times New Roman"/>
                <a:ea typeface="Times New Roman"/>
                <a:cs typeface="Times New Roman"/>
                <a:sym typeface="Times New Roman"/>
              </a:rPr>
              <a:t>Conclusiones</a:t>
            </a:r>
            <a:endParaRPr sz="3600">
              <a:solidFill>
                <a:srgbClr val="00426F"/>
              </a:solidFill>
              <a:latin typeface="Times New Roman"/>
              <a:ea typeface="Times New Roman"/>
              <a:cs typeface="Times New Roman"/>
              <a:sym typeface="Times New Roman"/>
            </a:endParaRPr>
          </a:p>
        </p:txBody>
      </p:sp>
      <p:sp>
        <p:nvSpPr>
          <p:cNvPr id="104" name="Google Shape;104;p1"/>
          <p:cNvSpPr txBox="1"/>
          <p:nvPr/>
        </p:nvSpPr>
        <p:spPr>
          <a:xfrm>
            <a:off x="11169943" y="19497353"/>
            <a:ext cx="10080000" cy="3600000"/>
          </a:xfrm>
          <a:prstGeom prst="rect">
            <a:avLst/>
          </a:prstGeom>
          <a:solidFill>
            <a:schemeClr val="lt1"/>
          </a:solidFill>
          <a:ln w="38100" cap="flat" cmpd="sng">
            <a:solidFill>
              <a:srgbClr val="003C6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just" rtl="0">
              <a:spcBef>
                <a:spcPts val="0"/>
              </a:spcBef>
              <a:spcAft>
                <a:spcPts val="0"/>
              </a:spcAft>
              <a:buNone/>
            </a:pPr>
            <a:r>
              <a:rPr lang="es-ES" sz="2500" dirty="0">
                <a:solidFill>
                  <a:schemeClr val="dk1"/>
                </a:solidFill>
                <a:latin typeface="Calibri"/>
                <a:ea typeface="Calibri"/>
                <a:cs typeface="Calibri"/>
                <a:sym typeface="Calibri"/>
              </a:rPr>
              <a:t>La segmentación permitió ver que el </a:t>
            </a:r>
            <a:r>
              <a:rPr lang="es-ES" sz="2500" b="1" dirty="0">
                <a:solidFill>
                  <a:schemeClr val="dk1"/>
                </a:solidFill>
                <a:latin typeface="Calibri"/>
                <a:ea typeface="Calibri"/>
                <a:cs typeface="Calibri"/>
                <a:sym typeface="Calibri"/>
              </a:rPr>
              <a:t>mercado inmobiliario no es uniforme, sino que se divide en grupos con comportamientos distintos</a:t>
            </a:r>
            <a:r>
              <a:rPr lang="es-ES" sz="2500" dirty="0">
                <a:solidFill>
                  <a:schemeClr val="dk1"/>
                </a:solidFill>
                <a:latin typeface="Calibri"/>
                <a:ea typeface="Calibri"/>
                <a:cs typeface="Calibri"/>
                <a:sym typeface="Calibri"/>
              </a:rPr>
              <a:t> según la ubicación, el precio y las características del inmueble. </a:t>
            </a:r>
            <a:endParaRPr dirty="0"/>
          </a:p>
          <a:p>
            <a:pPr marL="0" marR="0" lvl="0" indent="0" algn="just" rtl="0">
              <a:spcBef>
                <a:spcPts val="0"/>
              </a:spcBef>
              <a:spcAft>
                <a:spcPts val="0"/>
              </a:spcAft>
              <a:buNone/>
            </a:pPr>
            <a:endParaRPr sz="2500" dirty="0">
              <a:solidFill>
                <a:schemeClr val="dk1"/>
              </a:solidFill>
              <a:latin typeface="Calibri"/>
              <a:ea typeface="Calibri"/>
              <a:cs typeface="Calibri"/>
              <a:sym typeface="Calibri"/>
            </a:endParaRPr>
          </a:p>
          <a:p>
            <a:pPr marL="0" marR="0" lvl="0" indent="0" algn="just" rtl="0">
              <a:spcBef>
                <a:spcPts val="0"/>
              </a:spcBef>
              <a:spcAft>
                <a:spcPts val="0"/>
              </a:spcAft>
              <a:buNone/>
            </a:pPr>
            <a:r>
              <a:rPr lang="es-ES" sz="2500" dirty="0">
                <a:solidFill>
                  <a:schemeClr val="dk1"/>
                </a:solidFill>
                <a:latin typeface="Calibri"/>
                <a:ea typeface="Calibri"/>
                <a:cs typeface="Calibri"/>
                <a:sym typeface="Calibri"/>
              </a:rPr>
              <a:t>Por otro lado, el modelo predictivo refleja lo complejo que es este mercado: </a:t>
            </a:r>
            <a:r>
              <a:rPr lang="es-ES" sz="2500" b="1" dirty="0">
                <a:solidFill>
                  <a:schemeClr val="dk1"/>
                </a:solidFill>
                <a:latin typeface="Calibri"/>
                <a:ea typeface="Calibri"/>
                <a:cs typeface="Calibri"/>
                <a:sym typeface="Calibri"/>
              </a:rPr>
              <a:t>aunque logra captar tendencias generales, sigue habiendo variabilidad por factores que no están en los datos</a:t>
            </a:r>
            <a:r>
              <a:rPr lang="es-ES" sz="2500" dirty="0">
                <a:solidFill>
                  <a:schemeClr val="dk1"/>
                </a:solidFill>
                <a:latin typeface="Calibri"/>
                <a:ea typeface="Calibri"/>
                <a:cs typeface="Calibri"/>
                <a:sym typeface="Calibri"/>
              </a:rPr>
              <a:t>. Por eso, como mejora, se busca incorporar más y mejor información para aumentar la precisión del modelo.</a:t>
            </a:r>
            <a:endParaRPr sz="2500" dirty="0">
              <a:solidFill>
                <a:schemeClr val="dk1"/>
              </a:solidFill>
              <a:latin typeface="Calibri"/>
              <a:ea typeface="Calibri"/>
              <a:cs typeface="Calibri"/>
              <a:sym typeface="Calibri"/>
            </a:endParaRPr>
          </a:p>
        </p:txBody>
      </p:sp>
      <p:sp>
        <p:nvSpPr>
          <p:cNvPr id="105" name="Google Shape;105;p1"/>
          <p:cNvSpPr/>
          <p:nvPr/>
        </p:nvSpPr>
        <p:spPr>
          <a:xfrm>
            <a:off x="10809943" y="28156776"/>
            <a:ext cx="10800000" cy="64633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ES" sz="3600" b="1">
                <a:solidFill>
                  <a:srgbClr val="00426F"/>
                </a:solidFill>
                <a:latin typeface="Times New Roman"/>
                <a:ea typeface="Times New Roman"/>
                <a:cs typeface="Times New Roman"/>
                <a:sym typeface="Times New Roman"/>
              </a:rPr>
              <a:t>Referencias Significativas</a:t>
            </a:r>
            <a:endParaRPr sz="3600">
              <a:solidFill>
                <a:srgbClr val="00426F"/>
              </a:solidFill>
              <a:latin typeface="Times New Roman"/>
              <a:ea typeface="Times New Roman"/>
              <a:cs typeface="Times New Roman"/>
              <a:sym typeface="Times New Roman"/>
            </a:endParaRPr>
          </a:p>
        </p:txBody>
      </p:sp>
      <p:sp>
        <p:nvSpPr>
          <p:cNvPr id="106" name="Google Shape;106;p1"/>
          <p:cNvSpPr txBox="1"/>
          <p:nvPr/>
        </p:nvSpPr>
        <p:spPr>
          <a:xfrm>
            <a:off x="11169943" y="28857971"/>
            <a:ext cx="10080000" cy="2084400"/>
          </a:xfrm>
          <a:prstGeom prst="rect">
            <a:avLst/>
          </a:prstGeom>
          <a:solidFill>
            <a:schemeClr val="lt1"/>
          </a:solidFill>
          <a:ln w="38100" cap="flat" cmpd="sng">
            <a:solidFill>
              <a:srgbClr val="003C6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just" rtl="0">
              <a:spcBef>
                <a:spcPts val="0"/>
              </a:spcBef>
              <a:spcAft>
                <a:spcPts val="0"/>
              </a:spcAft>
              <a:buNone/>
            </a:pPr>
            <a:r>
              <a:rPr lang="es-ES" sz="2000">
                <a:solidFill>
                  <a:schemeClr val="dk1"/>
                </a:solidFill>
                <a:latin typeface="Calibri"/>
                <a:ea typeface="Calibri"/>
                <a:cs typeface="Calibri"/>
                <a:sym typeface="Calibri"/>
              </a:rPr>
              <a:t>[1] Instituto Nacional de Estadística y Geografía (INEGI), “Indicadores de la organización industrial del sector vivienda,” 2024. [En línea]. Disponible: </a:t>
            </a:r>
            <a:r>
              <a:rPr lang="es-ES" sz="2000" u="sng">
                <a:solidFill>
                  <a:schemeClr val="hlink"/>
                </a:solidFill>
                <a:latin typeface="Calibri"/>
                <a:ea typeface="Calibri"/>
                <a:cs typeface="Calibri"/>
                <a:sym typeface="Calibri"/>
                <a:hlinkClick r:id="rId3"/>
              </a:rPr>
              <a:t>https://www.inegi.org.mx/temas/viviendasat/</a:t>
            </a:r>
            <a:endParaRPr sz="2000">
              <a:solidFill>
                <a:schemeClr val="dk1"/>
              </a:solidFill>
              <a:latin typeface="Calibri"/>
              <a:ea typeface="Calibri"/>
              <a:cs typeface="Calibri"/>
              <a:sym typeface="Calibri"/>
            </a:endParaRPr>
          </a:p>
          <a:p>
            <a:pPr marL="0" marR="0" lvl="0" indent="0" algn="just" rtl="0">
              <a:spcBef>
                <a:spcPts val="0"/>
              </a:spcBef>
              <a:spcAft>
                <a:spcPts val="0"/>
              </a:spcAft>
              <a:buNone/>
            </a:pPr>
            <a:endParaRPr sz="2000">
              <a:solidFill>
                <a:schemeClr val="dk1"/>
              </a:solidFill>
              <a:latin typeface="Calibri"/>
              <a:ea typeface="Calibri"/>
              <a:cs typeface="Calibri"/>
              <a:sym typeface="Calibri"/>
            </a:endParaRPr>
          </a:p>
        </p:txBody>
      </p:sp>
      <p:sp>
        <p:nvSpPr>
          <p:cNvPr id="107" name="Google Shape;107;p1"/>
          <p:cNvSpPr/>
          <p:nvPr/>
        </p:nvSpPr>
        <p:spPr>
          <a:xfrm>
            <a:off x="219" y="28154975"/>
            <a:ext cx="10800000" cy="64633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ES" sz="3600" b="1">
                <a:solidFill>
                  <a:srgbClr val="00426F"/>
                </a:solidFill>
                <a:latin typeface="Times New Roman"/>
                <a:ea typeface="Times New Roman"/>
                <a:cs typeface="Times New Roman"/>
                <a:sym typeface="Times New Roman"/>
              </a:rPr>
              <a:t>Agradecimientos</a:t>
            </a:r>
            <a:endParaRPr sz="3600">
              <a:solidFill>
                <a:srgbClr val="00426F"/>
              </a:solidFill>
              <a:latin typeface="Times New Roman"/>
              <a:ea typeface="Times New Roman"/>
              <a:cs typeface="Times New Roman"/>
              <a:sym typeface="Times New Roman"/>
            </a:endParaRPr>
          </a:p>
        </p:txBody>
      </p:sp>
      <p:sp>
        <p:nvSpPr>
          <p:cNvPr id="108" name="Google Shape;108;p1"/>
          <p:cNvSpPr txBox="1"/>
          <p:nvPr/>
        </p:nvSpPr>
        <p:spPr>
          <a:xfrm>
            <a:off x="360219" y="28856171"/>
            <a:ext cx="10080000" cy="2088000"/>
          </a:xfrm>
          <a:prstGeom prst="rect">
            <a:avLst/>
          </a:prstGeom>
          <a:solidFill>
            <a:schemeClr val="lt1"/>
          </a:solidFill>
          <a:ln w="38100" cap="flat" cmpd="sng">
            <a:solidFill>
              <a:srgbClr val="003C6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just" rtl="0">
              <a:spcBef>
                <a:spcPts val="0"/>
              </a:spcBef>
              <a:spcAft>
                <a:spcPts val="0"/>
              </a:spcAft>
              <a:buNone/>
            </a:pPr>
            <a:r>
              <a:rPr lang="es-ES" sz="2000">
                <a:solidFill>
                  <a:schemeClr val="dk1"/>
                </a:solidFill>
                <a:latin typeface="Calibri"/>
                <a:ea typeface="Calibri"/>
                <a:cs typeface="Calibri"/>
                <a:sym typeface="Calibri"/>
              </a:rPr>
              <a:t>Agradezco a mi asesor, por su guía, apoyo y acompañamiento en el desarrollo de este proyecto. </a:t>
            </a:r>
            <a:endParaRPr/>
          </a:p>
          <a:p>
            <a:pPr marL="0" marR="0" lvl="0" indent="0" algn="just" rtl="0">
              <a:spcBef>
                <a:spcPts val="0"/>
              </a:spcBef>
              <a:spcAft>
                <a:spcPts val="0"/>
              </a:spcAft>
              <a:buNone/>
            </a:pPr>
            <a:r>
              <a:rPr lang="es-ES" sz="2000">
                <a:solidFill>
                  <a:schemeClr val="dk1"/>
                </a:solidFill>
                <a:latin typeface="Calibri"/>
                <a:ea typeface="Calibri"/>
                <a:cs typeface="Calibri"/>
                <a:sym typeface="Calibri"/>
              </a:rPr>
              <a:t>A mi familia, por su apoyo constante, paciencia y motivación, especialmente en los momentos más demandantes y a todas las personas que, directa o indirectamente, contribuyeron a la realización de este trabajo.</a:t>
            </a:r>
            <a:endParaRPr sz="2000">
              <a:solidFill>
                <a:schemeClr val="dk1"/>
              </a:solidFill>
              <a:latin typeface="Calibri"/>
              <a:ea typeface="Calibri"/>
              <a:cs typeface="Calibri"/>
              <a:sym typeface="Calibri"/>
            </a:endParaRPr>
          </a:p>
        </p:txBody>
      </p:sp>
      <p:sp>
        <p:nvSpPr>
          <p:cNvPr id="109" name="Google Shape;109;p1"/>
          <p:cNvSpPr txBox="1"/>
          <p:nvPr/>
        </p:nvSpPr>
        <p:spPr>
          <a:xfrm>
            <a:off x="5762847" y="31597735"/>
            <a:ext cx="15562633" cy="461665"/>
          </a:xfrm>
          <a:prstGeom prst="rect">
            <a:avLst/>
          </a:prstGeom>
          <a:noFill/>
          <a:ln>
            <a:noFill/>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r" rtl="0">
              <a:spcBef>
                <a:spcPts val="0"/>
              </a:spcBef>
              <a:spcAft>
                <a:spcPts val="0"/>
              </a:spcAft>
              <a:buNone/>
            </a:pPr>
            <a:r>
              <a:rPr lang="es-ES" sz="2400" b="1" cap="small">
                <a:solidFill>
                  <a:schemeClr val="lt1"/>
                </a:solidFill>
                <a:latin typeface="Times New Roman"/>
                <a:ea typeface="Times New Roman"/>
                <a:cs typeface="Times New Roman"/>
                <a:sym typeface="Times New Roman"/>
              </a:rPr>
              <a:t>Instituto Tecnológico y de Estudios Superiores de Occidente, ITESO – Primavera 2026</a:t>
            </a:r>
            <a:endParaRPr/>
          </a:p>
        </p:txBody>
      </p:sp>
      <p:pic>
        <p:nvPicPr>
          <p:cNvPr id="110" name="Google Shape;110;p1"/>
          <p:cNvPicPr preferRelativeResize="0"/>
          <p:nvPr/>
        </p:nvPicPr>
        <p:blipFill rotWithShape="1">
          <a:blip r:embed="rId4">
            <a:alphaModFix/>
          </a:blip>
          <a:srcRect/>
          <a:stretch/>
        </p:blipFill>
        <p:spPr>
          <a:xfrm>
            <a:off x="216651" y="31497096"/>
            <a:ext cx="2973600" cy="719925"/>
          </a:xfrm>
          <a:prstGeom prst="rect">
            <a:avLst/>
          </a:prstGeom>
          <a:noFill/>
          <a:ln>
            <a:noFill/>
          </a:ln>
        </p:spPr>
      </p:pic>
      <p:pic>
        <p:nvPicPr>
          <p:cNvPr id="111" name="Google Shape;111;p1"/>
          <p:cNvPicPr preferRelativeResize="0"/>
          <p:nvPr/>
        </p:nvPicPr>
        <p:blipFill rotWithShape="1">
          <a:blip r:embed="rId5">
            <a:alphaModFix/>
          </a:blip>
          <a:srcRect/>
          <a:stretch/>
        </p:blipFill>
        <p:spPr>
          <a:xfrm>
            <a:off x="63498" y="48992"/>
            <a:ext cx="2001600" cy="1619900"/>
          </a:xfrm>
          <a:prstGeom prst="rect">
            <a:avLst/>
          </a:prstGeom>
          <a:noFill/>
          <a:ln>
            <a:noFill/>
          </a:ln>
        </p:spPr>
      </p:pic>
      <p:sp>
        <p:nvSpPr>
          <p:cNvPr id="112" name="Google Shape;112;p1"/>
          <p:cNvSpPr/>
          <p:nvPr/>
        </p:nvSpPr>
        <p:spPr>
          <a:xfrm>
            <a:off x="17899380" y="2348393"/>
            <a:ext cx="3031436" cy="3101782"/>
          </a:xfrm>
          <a:prstGeom prst="rect">
            <a:avLst/>
          </a:prstGeom>
          <a:solidFill>
            <a:schemeClr val="lt1"/>
          </a:solidFill>
          <a:ln w="38100" cap="flat" cmpd="sng">
            <a:solidFill>
              <a:srgbClr val="00426F"/>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6426">
              <a:solidFill>
                <a:schemeClr val="lt1"/>
              </a:solidFill>
              <a:latin typeface="Calibri"/>
              <a:ea typeface="Calibri"/>
              <a:cs typeface="Calibri"/>
              <a:sym typeface="Calibri"/>
            </a:endParaRPr>
          </a:p>
        </p:txBody>
      </p:sp>
      <p:sp>
        <p:nvSpPr>
          <p:cNvPr id="113" name="Google Shape;113;p1"/>
          <p:cNvSpPr/>
          <p:nvPr/>
        </p:nvSpPr>
        <p:spPr>
          <a:xfrm>
            <a:off x="-10181" y="5662362"/>
            <a:ext cx="21620123" cy="263260"/>
          </a:xfrm>
          <a:prstGeom prst="rect">
            <a:avLst/>
          </a:prstGeom>
          <a:solidFill>
            <a:srgbClr val="00426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426">
              <a:solidFill>
                <a:schemeClr val="lt1"/>
              </a:solidFill>
              <a:latin typeface="Calibri"/>
              <a:ea typeface="Calibri"/>
              <a:cs typeface="Calibri"/>
              <a:sym typeface="Calibri"/>
            </a:endParaRPr>
          </a:p>
        </p:txBody>
      </p:sp>
      <p:pic>
        <p:nvPicPr>
          <p:cNvPr id="114" name="Google Shape;114;p1"/>
          <p:cNvPicPr preferRelativeResize="0"/>
          <p:nvPr/>
        </p:nvPicPr>
        <p:blipFill rotWithShape="1">
          <a:blip r:embed="rId6">
            <a:alphaModFix/>
          </a:blip>
          <a:srcRect/>
          <a:stretch/>
        </p:blipFill>
        <p:spPr>
          <a:xfrm>
            <a:off x="611545" y="21909541"/>
            <a:ext cx="9577348" cy="5387258"/>
          </a:xfrm>
          <a:prstGeom prst="rect">
            <a:avLst/>
          </a:prstGeom>
          <a:noFill/>
          <a:ln>
            <a:noFill/>
          </a:ln>
        </p:spPr>
      </p:pic>
      <p:pic>
        <p:nvPicPr>
          <p:cNvPr id="115" name="Google Shape;115;p1"/>
          <p:cNvPicPr preferRelativeResize="0"/>
          <p:nvPr/>
        </p:nvPicPr>
        <p:blipFill rotWithShape="1">
          <a:blip r:embed="rId7">
            <a:alphaModFix/>
          </a:blip>
          <a:srcRect/>
          <a:stretch/>
        </p:blipFill>
        <p:spPr>
          <a:xfrm>
            <a:off x="15157832" y="6785462"/>
            <a:ext cx="5762225" cy="3522491"/>
          </a:xfrm>
          <a:prstGeom prst="rect">
            <a:avLst/>
          </a:prstGeom>
          <a:noFill/>
          <a:ln>
            <a:noFill/>
          </a:ln>
        </p:spPr>
      </p:pic>
      <p:pic>
        <p:nvPicPr>
          <p:cNvPr id="116" name="Google Shape;116;p1"/>
          <p:cNvPicPr preferRelativeResize="0"/>
          <p:nvPr/>
        </p:nvPicPr>
        <p:blipFill rotWithShape="1">
          <a:blip r:embed="rId8">
            <a:alphaModFix/>
          </a:blip>
          <a:srcRect/>
          <a:stretch/>
        </p:blipFill>
        <p:spPr>
          <a:xfrm>
            <a:off x="15129553" y="10250225"/>
            <a:ext cx="5954917" cy="3683100"/>
          </a:xfrm>
          <a:prstGeom prst="rect">
            <a:avLst/>
          </a:prstGeom>
          <a:noFill/>
          <a:ln>
            <a:noFill/>
          </a:ln>
        </p:spPr>
      </p:pic>
      <p:sp>
        <p:nvSpPr>
          <p:cNvPr id="117" name="Google Shape;117;p1"/>
          <p:cNvSpPr txBox="1"/>
          <p:nvPr/>
        </p:nvSpPr>
        <p:spPr>
          <a:xfrm>
            <a:off x="10340340" y="15742920"/>
            <a:ext cx="914400" cy="108119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6426">
              <a:solidFill>
                <a:schemeClr val="dk1"/>
              </a:solidFill>
              <a:latin typeface="Calibri"/>
              <a:ea typeface="Calibri"/>
              <a:cs typeface="Calibri"/>
              <a:sym typeface="Calibri"/>
            </a:endParaRPr>
          </a:p>
        </p:txBody>
      </p:sp>
      <p:sp>
        <p:nvSpPr>
          <p:cNvPr id="118" name="Google Shape;118;p1"/>
          <p:cNvSpPr txBox="1"/>
          <p:nvPr/>
        </p:nvSpPr>
        <p:spPr>
          <a:xfrm>
            <a:off x="10341979" y="15741569"/>
            <a:ext cx="914400" cy="108119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6426">
              <a:solidFill>
                <a:schemeClr val="dk1"/>
              </a:solidFill>
              <a:latin typeface="Calibri"/>
              <a:ea typeface="Calibri"/>
              <a:cs typeface="Calibri"/>
              <a:sym typeface="Calibri"/>
            </a:endParaRPr>
          </a:p>
        </p:txBody>
      </p:sp>
      <p:sp>
        <p:nvSpPr>
          <p:cNvPr id="3" name="TextBox 2">
            <a:extLst>
              <a:ext uri="{FF2B5EF4-FFF2-40B4-BE49-F238E27FC236}">
                <a16:creationId xmlns:a16="http://schemas.microsoft.com/office/drawing/2014/main" id="{6A8106AD-6B7F-4DEC-7D9F-D75EB6A30411}"/>
              </a:ext>
            </a:extLst>
          </p:cNvPr>
          <p:cNvSpPr txBox="1"/>
          <p:nvPr/>
        </p:nvSpPr>
        <p:spPr>
          <a:xfrm>
            <a:off x="11266380" y="8487310"/>
            <a:ext cx="3395131" cy="4016484"/>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endParaRPr lang="en-US" sz="2500" dirty="0">
              <a:latin typeface="Calibri"/>
              <a:ea typeface="Calibri"/>
              <a:cs typeface="Calibri"/>
            </a:endParaRPr>
          </a:p>
          <a:p>
            <a:pPr algn="just"/>
            <a:r>
              <a:rPr lang="es-ES" sz="2400" dirty="0">
                <a:solidFill>
                  <a:schemeClr val="dk1"/>
                </a:solidFill>
                <a:latin typeface="Calibri"/>
                <a:ea typeface="Calibri"/>
                <a:cs typeface="Calibri"/>
              </a:rPr>
              <a:t>Las gráficas muestran los resultados de la segmentación mediante K-</a:t>
            </a:r>
            <a:r>
              <a:rPr lang="es-ES" sz="2400" dirty="0" err="1">
                <a:solidFill>
                  <a:schemeClr val="dk1"/>
                </a:solidFill>
                <a:latin typeface="Calibri"/>
                <a:ea typeface="Calibri"/>
                <a:cs typeface="Calibri"/>
              </a:rPr>
              <a:t>Means</a:t>
            </a:r>
            <a:r>
              <a:rPr lang="es-ES" sz="2400" dirty="0">
                <a:solidFill>
                  <a:schemeClr val="dk1"/>
                </a:solidFill>
                <a:latin typeface="Calibri"/>
                <a:ea typeface="Calibri"/>
                <a:cs typeface="Calibri"/>
              </a:rPr>
              <a:t>, donde se identifican patrones diferenciados entre casas y departamentos; en ambos casos se obtuvieron 7 </a:t>
            </a:r>
            <a:r>
              <a:rPr lang="es-ES" sz="2400" dirty="0" err="1">
                <a:solidFill>
                  <a:schemeClr val="dk1"/>
                </a:solidFill>
                <a:latin typeface="Calibri"/>
                <a:ea typeface="Calibri"/>
                <a:cs typeface="Calibri"/>
              </a:rPr>
              <a:t>clusters</a:t>
            </a:r>
            <a:r>
              <a:rPr lang="es-ES" sz="2400" dirty="0">
                <a:solidFill>
                  <a:schemeClr val="dk1"/>
                </a:solidFill>
                <a:latin typeface="Calibri"/>
                <a:ea typeface="Calibri"/>
                <a:cs typeface="Calibri"/>
              </a:rPr>
              <a:t>.</a:t>
            </a:r>
            <a:endParaRPr lang="en-US" sz="2400">
              <a:solidFill>
                <a:schemeClr val="dk1"/>
              </a:solidFill>
              <a:latin typeface="Calibri"/>
              <a:ea typeface="Calibri"/>
              <a:cs typeface="Calibri"/>
            </a:endParaRPr>
          </a:p>
          <a:p>
            <a:endParaRPr lang="en-US" dirty="0"/>
          </a:p>
        </p:txBody>
      </p:sp>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736</Words>
  <Application>Microsoft Office PowerPoint</Application>
  <PresentationFormat>Custom</PresentationFormat>
  <Paragraphs>52</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Tema de Office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Edith Villalobos</dc:creator>
  <cp:lastModifiedBy>Marian Romo</cp:lastModifiedBy>
  <cp:revision>25</cp:revision>
  <dcterms:created xsi:type="dcterms:W3CDTF">2013-11-16T01:04:28Z</dcterms:created>
  <dcterms:modified xsi:type="dcterms:W3CDTF">2026-04-21T23:10:37Z</dcterms:modified>
</cp:coreProperties>
</file>